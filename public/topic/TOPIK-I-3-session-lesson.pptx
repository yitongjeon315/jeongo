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6d0d6aad84961" /><Relationship Type="http://schemas.openxmlformats.org/officeDocument/2006/relationships/extended-properties" Target="/docProps/app.xml" Id="R89d8790d10a64d8b" /><Relationship Type="http://schemas.openxmlformats.org/officeDocument/2006/relationships/officeDocument" Target="/ppt/presentation.xml" Id="R4163f2143e0b42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7c585c7914a4a"/>
  </p:sldMasterIdLst>
  <p:notesMasterIdLst>
    <p:notesMasterId xmlns:r="http://schemas.openxmlformats.org/officeDocument/2006/relationships" r:id="R2e532fd38a4c4e15"/>
  </p:notesMasterIdLst>
  <p:sldIdLst>
    <p:sldId xmlns:r="http://schemas.openxmlformats.org/officeDocument/2006/relationships" id="256" r:id="R6d6541d3e05349d5"/>
    <p:sldId xmlns:r="http://schemas.openxmlformats.org/officeDocument/2006/relationships" id="257" r:id="R2b48e100576b4232"/>
    <p:sldId xmlns:r="http://schemas.openxmlformats.org/officeDocument/2006/relationships" id="258" r:id="Rb3a5ace2916c410e"/>
    <p:sldId xmlns:r="http://schemas.openxmlformats.org/officeDocument/2006/relationships" id="259" r:id="Rce7c0081ea6b483e"/>
    <p:sldId xmlns:r="http://schemas.openxmlformats.org/officeDocument/2006/relationships" id="260" r:id="Rf57010e122334079"/>
    <p:sldId xmlns:r="http://schemas.openxmlformats.org/officeDocument/2006/relationships" id="261" r:id="R55f66fa5553f4a0d"/>
    <p:sldId xmlns:r="http://schemas.openxmlformats.org/officeDocument/2006/relationships" id="262" r:id="R2189b47c260a4284"/>
    <p:sldId xmlns:r="http://schemas.openxmlformats.org/officeDocument/2006/relationships" id="263" r:id="Red8f4c31e0264c1c"/>
    <p:sldId xmlns:r="http://schemas.openxmlformats.org/officeDocument/2006/relationships" id="264" r:id="R0ddfe9a4ab5c489e"/>
    <p:sldId xmlns:r="http://schemas.openxmlformats.org/officeDocument/2006/relationships" id="265" r:id="R1ab9c850e79e42ca"/>
    <p:sldId xmlns:r="http://schemas.openxmlformats.org/officeDocument/2006/relationships" id="266" r:id="R1c0d1876ad684205"/>
    <p:sldId xmlns:r="http://schemas.openxmlformats.org/officeDocument/2006/relationships" id="267" r:id="R9b623a87ce544902"/>
    <p:sldId xmlns:r="http://schemas.openxmlformats.org/officeDocument/2006/relationships" id="268" r:id="R0fbde3e081a14405"/>
    <p:sldId xmlns:r="http://schemas.openxmlformats.org/officeDocument/2006/relationships" id="269" r:id="R613a514a22344557"/>
    <p:sldId xmlns:r="http://schemas.openxmlformats.org/officeDocument/2006/relationships" id="270" r:id="R7da261c1c3e8457e"/>
    <p:sldId xmlns:r="http://schemas.openxmlformats.org/officeDocument/2006/relationships" id="271" r:id="R3b629f4889dd4c2f"/>
    <p:sldId xmlns:r="http://schemas.openxmlformats.org/officeDocument/2006/relationships" id="272" r:id="R144af5d66c8a4837"/>
    <p:sldId xmlns:r="http://schemas.openxmlformats.org/officeDocument/2006/relationships" id="273" r:id="R553dc953b6dc4cf6"/>
    <p:sldId xmlns:r="http://schemas.openxmlformats.org/officeDocument/2006/relationships" id="274" r:id="R91673087c930462b"/>
    <p:sldId xmlns:r="http://schemas.openxmlformats.org/officeDocument/2006/relationships" id="275" r:id="Re853d3bb011b427c"/>
    <p:sldId xmlns:r="http://schemas.openxmlformats.org/officeDocument/2006/relationships" id="276" r:id="R6a53e360f1f948e6"/>
    <p:sldId xmlns:r="http://schemas.openxmlformats.org/officeDocument/2006/relationships" id="277" r:id="R178474f9868d4aa6"/>
    <p:sldId xmlns:r="http://schemas.openxmlformats.org/officeDocument/2006/relationships" id="278" r:id="Rb73fbbe0f9814d41"/>
    <p:sldId xmlns:r="http://schemas.openxmlformats.org/officeDocument/2006/relationships" id="279" r:id="Ra1e519009dbc4950"/>
    <p:sldId xmlns:r="http://schemas.openxmlformats.org/officeDocument/2006/relationships" id="280" r:id="R1ca4dd50f82d4b5c"/>
    <p:sldId xmlns:r="http://schemas.openxmlformats.org/officeDocument/2006/relationships" id="281" r:id="Ra5418c7116684206"/>
    <p:sldId xmlns:r="http://schemas.openxmlformats.org/officeDocument/2006/relationships" id="282" r:id="Rbe13c3589cd84a60"/>
    <p:sldId xmlns:r="http://schemas.openxmlformats.org/officeDocument/2006/relationships" id="283" r:id="R9230f38e02b14bb4"/>
    <p:sldId xmlns:r="http://schemas.openxmlformats.org/officeDocument/2006/relationships" id="284" r:id="Rc4bb0f78d2e442b5"/>
    <p:sldId xmlns:r="http://schemas.openxmlformats.org/officeDocument/2006/relationships" id="285" r:id="Rfa258bf00868483f"/>
    <p:sldId xmlns:r="http://schemas.openxmlformats.org/officeDocument/2006/relationships" id="286" r:id="R2430ea061489468e"/>
    <p:sldId xmlns:r="http://schemas.openxmlformats.org/officeDocument/2006/relationships" id="287" r:id="Re395334edfb647f8"/>
    <p:sldId xmlns:r="http://schemas.openxmlformats.org/officeDocument/2006/relationships" id="288" r:id="R4fd82852c5f24a38"/>
    <p:sldId xmlns:r="http://schemas.openxmlformats.org/officeDocument/2006/relationships" id="289" r:id="R948127756d514fb9"/>
    <p:sldId xmlns:r="http://schemas.openxmlformats.org/officeDocument/2006/relationships" id="290" r:id="Rf2141d5ad1ac45d0"/>
    <p:sldId xmlns:r="http://schemas.openxmlformats.org/officeDocument/2006/relationships" id="291" r:id="R8a5fa6e98db94afd"/>
    <p:sldId xmlns:r="http://schemas.openxmlformats.org/officeDocument/2006/relationships" id="292" r:id="Ra79a4e2866684ce1"/>
    <p:sldId xmlns:r="http://schemas.openxmlformats.org/officeDocument/2006/relationships" id="293" r:id="Rd091f899e7314540"/>
    <p:sldId xmlns:r="http://schemas.openxmlformats.org/officeDocument/2006/relationships" id="294" r:id="R9a2946f411af43a0"/>
    <p:sldId xmlns:r="http://schemas.openxmlformats.org/officeDocument/2006/relationships" id="295" r:id="R96461cef5daf482f"/>
    <p:sldId xmlns:r="http://schemas.openxmlformats.org/officeDocument/2006/relationships" id="296" r:id="R550bf77bddaa4404"/>
    <p:sldId xmlns:r="http://schemas.openxmlformats.org/officeDocument/2006/relationships" id="297" r:id="Rea6b6529fe8d4ba7"/>
    <p:sldId xmlns:r="http://schemas.openxmlformats.org/officeDocument/2006/relationships" id="298" r:id="R4fbf43c5b97a40c6"/>
    <p:sldId xmlns:r="http://schemas.openxmlformats.org/officeDocument/2006/relationships" id="299" r:id="Rc9a198eca19b47be"/>
    <p:sldId xmlns:r="http://schemas.openxmlformats.org/officeDocument/2006/relationships" id="300" r:id="R1f64a9ae12564946"/>
    <p:sldId xmlns:r="http://schemas.openxmlformats.org/officeDocument/2006/relationships" id="301" r:id="R81a33f81d909476d"/>
    <p:sldId xmlns:r="http://schemas.openxmlformats.org/officeDocument/2006/relationships" id="302" r:id="R6ebcee9d6be24ef9"/>
    <p:sldId xmlns:r="http://schemas.openxmlformats.org/officeDocument/2006/relationships" id="303" r:id="Rd6b516beab4b4e61"/>
    <p:sldId xmlns:r="http://schemas.openxmlformats.org/officeDocument/2006/relationships" id="304" r:id="R7145191f6a214334"/>
    <p:sldId xmlns:r="http://schemas.openxmlformats.org/officeDocument/2006/relationships" id="305" r:id="R8ebd4f11276f4f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233dd1b644182" /><Relationship Type="http://schemas.openxmlformats.org/officeDocument/2006/relationships/slideMaster" Target="/ppt/slideMasters/slideMaster1.xml" Id="Rf597c585c7914a4a" /><Relationship Type="http://schemas.openxmlformats.org/officeDocument/2006/relationships/notesMaster" Target="/ppt/notesMasters/notesMaster1.xml" Id="R2e532fd38a4c4e15" /><Relationship Type="http://schemas.openxmlformats.org/officeDocument/2006/relationships/presProps" Target="/ppt/presProps.xml" Id="R48dd6a0b8c3548f6" /><Relationship Type="http://schemas.openxmlformats.org/officeDocument/2006/relationships/tableStyles" Target="/ppt/tableStyles.xml" Id="R29a4f2d0d3c64dd7" /><Relationship Type="http://schemas.openxmlformats.org/officeDocument/2006/relationships/slide" Target="/ppt/slides/slide1.xml" Id="R6d6541d3e05349d5" /><Relationship Type="http://schemas.openxmlformats.org/officeDocument/2006/relationships/slide" Target="/ppt/slides/slide2.xml" Id="R2b48e100576b4232" /><Relationship Type="http://schemas.openxmlformats.org/officeDocument/2006/relationships/slide" Target="/ppt/slides/slide3.xml" Id="Rb3a5ace2916c410e" /><Relationship Type="http://schemas.openxmlformats.org/officeDocument/2006/relationships/slide" Target="/ppt/slides/slide4.xml" Id="Rce7c0081ea6b483e" /><Relationship Type="http://schemas.openxmlformats.org/officeDocument/2006/relationships/slide" Target="/ppt/slides/slide5.xml" Id="Rf57010e122334079" /><Relationship Type="http://schemas.openxmlformats.org/officeDocument/2006/relationships/slide" Target="/ppt/slides/slide6.xml" Id="R55f66fa5553f4a0d" /><Relationship Type="http://schemas.openxmlformats.org/officeDocument/2006/relationships/slide" Target="/ppt/slides/slide7.xml" Id="R2189b47c260a4284" /><Relationship Type="http://schemas.openxmlformats.org/officeDocument/2006/relationships/slide" Target="/ppt/slides/slide8.xml" Id="Red8f4c31e0264c1c" /><Relationship Type="http://schemas.openxmlformats.org/officeDocument/2006/relationships/slide" Target="/ppt/slides/slide9.xml" Id="R0ddfe9a4ab5c489e" /><Relationship Type="http://schemas.openxmlformats.org/officeDocument/2006/relationships/slide" Target="/ppt/slides/slide10.xml" Id="R1ab9c850e79e42ca" /><Relationship Type="http://schemas.openxmlformats.org/officeDocument/2006/relationships/slide" Target="/ppt/slides/slide11.xml" Id="R1c0d1876ad684205" /><Relationship Type="http://schemas.openxmlformats.org/officeDocument/2006/relationships/slide" Target="/ppt/slides/slide12.xml" Id="R9b623a87ce544902" /><Relationship Type="http://schemas.openxmlformats.org/officeDocument/2006/relationships/slide" Target="/ppt/slides/slide13.xml" Id="R0fbde3e081a14405" /><Relationship Type="http://schemas.openxmlformats.org/officeDocument/2006/relationships/slide" Target="/ppt/slides/slide14.xml" Id="R613a514a22344557" /><Relationship Type="http://schemas.openxmlformats.org/officeDocument/2006/relationships/slide" Target="/ppt/slides/slide15.xml" Id="R7da261c1c3e8457e" /><Relationship Type="http://schemas.openxmlformats.org/officeDocument/2006/relationships/slide" Target="/ppt/slides/slide16.xml" Id="R3b629f4889dd4c2f" /><Relationship Type="http://schemas.openxmlformats.org/officeDocument/2006/relationships/slide" Target="/ppt/slides/slide17.xml" Id="R144af5d66c8a4837" /><Relationship Type="http://schemas.openxmlformats.org/officeDocument/2006/relationships/slide" Target="/ppt/slides/slide18.xml" Id="R553dc953b6dc4cf6" /><Relationship Type="http://schemas.openxmlformats.org/officeDocument/2006/relationships/slide" Target="/ppt/slides/slide19.xml" Id="R91673087c930462b" /><Relationship Type="http://schemas.openxmlformats.org/officeDocument/2006/relationships/slide" Target="/ppt/slides/slide20.xml" Id="Re853d3bb011b427c" /><Relationship Type="http://schemas.openxmlformats.org/officeDocument/2006/relationships/slide" Target="/ppt/slides/slide21.xml" Id="R6a53e360f1f948e6" /><Relationship Type="http://schemas.openxmlformats.org/officeDocument/2006/relationships/slide" Target="/ppt/slides/slide22.xml" Id="R178474f9868d4aa6" /><Relationship Type="http://schemas.openxmlformats.org/officeDocument/2006/relationships/slide" Target="/ppt/slides/slide23.xml" Id="Rb73fbbe0f9814d41" /><Relationship Type="http://schemas.openxmlformats.org/officeDocument/2006/relationships/slide" Target="/ppt/slides/slide24.xml" Id="Ra1e519009dbc4950" /><Relationship Type="http://schemas.openxmlformats.org/officeDocument/2006/relationships/slide" Target="/ppt/slides/slide25.xml" Id="R1ca4dd50f82d4b5c" /><Relationship Type="http://schemas.openxmlformats.org/officeDocument/2006/relationships/slide" Target="/ppt/slides/slide26.xml" Id="Ra5418c7116684206" /><Relationship Type="http://schemas.openxmlformats.org/officeDocument/2006/relationships/slide" Target="/ppt/slides/slide27.xml" Id="Rbe13c3589cd84a60" /><Relationship Type="http://schemas.openxmlformats.org/officeDocument/2006/relationships/slide" Target="/ppt/slides/slide28.xml" Id="R9230f38e02b14bb4" /><Relationship Type="http://schemas.openxmlformats.org/officeDocument/2006/relationships/slide" Target="/ppt/slides/slide29.xml" Id="Rc4bb0f78d2e442b5" /><Relationship Type="http://schemas.openxmlformats.org/officeDocument/2006/relationships/slide" Target="/ppt/slides/slide30.xml" Id="Rfa258bf00868483f" /><Relationship Type="http://schemas.openxmlformats.org/officeDocument/2006/relationships/slide" Target="/ppt/slides/slide31.xml" Id="R2430ea061489468e" /><Relationship Type="http://schemas.openxmlformats.org/officeDocument/2006/relationships/slide" Target="/ppt/slides/slide32.xml" Id="Re395334edfb647f8" /><Relationship Type="http://schemas.openxmlformats.org/officeDocument/2006/relationships/slide" Target="/ppt/slides/slide33.xml" Id="R4fd82852c5f24a38" /><Relationship Type="http://schemas.openxmlformats.org/officeDocument/2006/relationships/slide" Target="/ppt/slides/slide34.xml" Id="R948127756d514fb9" /><Relationship Type="http://schemas.openxmlformats.org/officeDocument/2006/relationships/slide" Target="/ppt/slides/slide35.xml" Id="Rf2141d5ad1ac45d0" /><Relationship Type="http://schemas.openxmlformats.org/officeDocument/2006/relationships/slide" Target="/ppt/slides/slide36.xml" Id="R8a5fa6e98db94afd" /><Relationship Type="http://schemas.openxmlformats.org/officeDocument/2006/relationships/slide" Target="/ppt/slides/slide37.xml" Id="Ra79a4e2866684ce1" /><Relationship Type="http://schemas.openxmlformats.org/officeDocument/2006/relationships/slide" Target="/ppt/slides/slide38.xml" Id="Rd091f899e7314540" /><Relationship Type="http://schemas.openxmlformats.org/officeDocument/2006/relationships/slide" Target="/ppt/slides/slide39.xml" Id="R9a2946f411af43a0" /><Relationship Type="http://schemas.openxmlformats.org/officeDocument/2006/relationships/slide" Target="/ppt/slides/slide40.xml" Id="R96461cef5daf482f" /><Relationship Type="http://schemas.openxmlformats.org/officeDocument/2006/relationships/slide" Target="/ppt/slides/slide41.xml" Id="R550bf77bddaa4404" /><Relationship Type="http://schemas.openxmlformats.org/officeDocument/2006/relationships/slide" Target="/ppt/slides/slide42.xml" Id="Rea6b6529fe8d4ba7" /><Relationship Type="http://schemas.openxmlformats.org/officeDocument/2006/relationships/slide" Target="/ppt/slides/slide43.xml" Id="R4fbf43c5b97a40c6" /><Relationship Type="http://schemas.openxmlformats.org/officeDocument/2006/relationships/slide" Target="/ppt/slides/slide44.xml" Id="Rc9a198eca19b47be" /><Relationship Type="http://schemas.openxmlformats.org/officeDocument/2006/relationships/slide" Target="/ppt/slides/slide45.xml" Id="R1f64a9ae12564946" /><Relationship Type="http://schemas.openxmlformats.org/officeDocument/2006/relationships/slide" Target="/ppt/slides/slide46.xml" Id="R81a33f81d909476d" /><Relationship Type="http://schemas.openxmlformats.org/officeDocument/2006/relationships/slide" Target="/ppt/slides/slide47.xml" Id="R6ebcee9d6be24ef9" /><Relationship Type="http://schemas.openxmlformats.org/officeDocument/2006/relationships/slide" Target="/ppt/slides/slide48.xml" Id="Rd6b516beab4b4e61" /><Relationship Type="http://schemas.openxmlformats.org/officeDocument/2006/relationships/slide" Target="/ppt/slides/slide49.xml" Id="R7145191f6a214334" /><Relationship Type="http://schemas.openxmlformats.org/officeDocument/2006/relationships/slide" Target="/ppt/slides/slide50.xml" Id="R8ebd4f11276f4f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dbbf4a9fdb42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19bd8c8a644443" /><Relationship Type="http://schemas.openxmlformats.org/officeDocument/2006/relationships/notesMaster" Target="/ppt/notesMasters/notesMaster1.xml" Id="R7e57274c787348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f9f1dd1ac44a0d" /><Relationship Type="http://schemas.openxmlformats.org/officeDocument/2006/relationships/notesMaster" Target="/ppt/notesMasters/notesMaster1.xml" Id="R98515d1a1a6943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00c4c04cee4eca" /><Relationship Type="http://schemas.openxmlformats.org/officeDocument/2006/relationships/notesMaster" Target="/ppt/notesMasters/notesMaster1.xml" Id="R057eaab52562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62b7f2b81b4d53" /><Relationship Type="http://schemas.openxmlformats.org/officeDocument/2006/relationships/notesMaster" Target="/ppt/notesMasters/notesMaster1.xml" Id="Rcc95b28bd7de4c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16b5652c154428" /><Relationship Type="http://schemas.openxmlformats.org/officeDocument/2006/relationships/notesMaster" Target="/ppt/notesMasters/notesMaster1.xml" Id="R2a21dd6e74e64e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a88131fa0f48a5" /><Relationship Type="http://schemas.openxmlformats.org/officeDocument/2006/relationships/notesMaster" Target="/ppt/notesMasters/notesMaster1.xml" Id="R5d217d59c5a94b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5e208e06384d00" /><Relationship Type="http://schemas.openxmlformats.org/officeDocument/2006/relationships/notesMaster" Target="/ppt/notesMasters/notesMaster1.xml" Id="R1f480cf0c60e43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69113dcef24df2" /><Relationship Type="http://schemas.openxmlformats.org/officeDocument/2006/relationships/notesMaster" Target="/ppt/notesMasters/notesMaster1.xml" Id="R393ae7d058114b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60dec7373d493a" /><Relationship Type="http://schemas.openxmlformats.org/officeDocument/2006/relationships/notesMaster" Target="/ppt/notesMasters/notesMaster1.xml" Id="Ra04ff487e91d4e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482b9dd53f45e8" /><Relationship Type="http://schemas.openxmlformats.org/officeDocument/2006/relationships/notesMaster" Target="/ppt/notesMasters/notesMaster1.xml" Id="R42aa0f4dbf604d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0cd3c4108e4207" /><Relationship Type="http://schemas.openxmlformats.org/officeDocument/2006/relationships/notesMaster" Target="/ppt/notesMasters/notesMaster1.xml" Id="R3a6e471f541c4d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18eb4360c54a74" /><Relationship Type="http://schemas.openxmlformats.org/officeDocument/2006/relationships/notesMaster" Target="/ppt/notesMasters/notesMaster1.xml" Id="R5df50387441e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9171ad483f4ca5" /><Relationship Type="http://schemas.openxmlformats.org/officeDocument/2006/relationships/notesMaster" Target="/ppt/notesMasters/notesMaster1.xml" Id="R2013c5d7edad4e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dc409f6dcb4b8a" /><Relationship Type="http://schemas.openxmlformats.org/officeDocument/2006/relationships/notesMaster" Target="/ppt/notesMasters/notesMaster1.xml" Id="R1f115eb5b5d845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059ef562ae411f" /><Relationship Type="http://schemas.openxmlformats.org/officeDocument/2006/relationships/notesMaster" Target="/ppt/notesMasters/notesMaster1.xml" Id="R8436fce54b1f41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3e2f61c9a44728" /><Relationship Type="http://schemas.openxmlformats.org/officeDocument/2006/relationships/notesMaster" Target="/ppt/notesMasters/notesMaster1.xml" Id="R744fe817b2d249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1cbfc51e784b66" /><Relationship Type="http://schemas.openxmlformats.org/officeDocument/2006/relationships/notesMaster" Target="/ppt/notesMasters/notesMaster1.xml" Id="R467b3a0fb5a145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ac7b22d7104253" /><Relationship Type="http://schemas.openxmlformats.org/officeDocument/2006/relationships/notesMaster" Target="/ppt/notesMasters/notesMaster1.xml" Id="Rd5c8b08b137d44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72ade92d124ae9" /><Relationship Type="http://schemas.openxmlformats.org/officeDocument/2006/relationships/notesMaster" Target="/ppt/notesMasters/notesMaster1.xml" Id="R1db85eae1bc648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3f5b1725b24f3b" /><Relationship Type="http://schemas.openxmlformats.org/officeDocument/2006/relationships/notesMaster" Target="/ppt/notesMasters/notesMaster1.xml" Id="R33d6eba44bb74c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38ac7b2e3c4d3b" /><Relationship Type="http://schemas.openxmlformats.org/officeDocument/2006/relationships/notesMaster" Target="/ppt/notesMasters/notesMaster1.xml" Id="Re98eb56d702145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07a204f5e94c33" /><Relationship Type="http://schemas.openxmlformats.org/officeDocument/2006/relationships/notesMaster" Target="/ppt/notesMasters/notesMaster1.xml" Id="Rf0e094b69e1648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5ecd92b91e4001" /><Relationship Type="http://schemas.openxmlformats.org/officeDocument/2006/relationships/notesMaster" Target="/ppt/notesMasters/notesMaster1.xml" Id="R4626bc39b668404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cea581027a4a7c" /><Relationship Type="http://schemas.openxmlformats.org/officeDocument/2006/relationships/notesMaster" Target="/ppt/notesMasters/notesMaster1.xml" Id="Re627cc2c50384b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ee87255e92d41eb" /><Relationship Type="http://schemas.openxmlformats.org/officeDocument/2006/relationships/notesMaster" Target="/ppt/notesMasters/notesMaster1.xml" Id="R736da4aa80614a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b6222f2f1849a2" /><Relationship Type="http://schemas.openxmlformats.org/officeDocument/2006/relationships/notesMaster" Target="/ppt/notesMasters/notesMaster1.xml" Id="R3378a20342bc4b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97dafe0d5041cb" /><Relationship Type="http://schemas.openxmlformats.org/officeDocument/2006/relationships/notesMaster" Target="/ppt/notesMasters/notesMaster1.xml" Id="Rea31af1ea2e049b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8c77599c4a44f5c" /><Relationship Type="http://schemas.openxmlformats.org/officeDocument/2006/relationships/notesMaster" Target="/ppt/notesMasters/notesMaster1.xml" Id="R61d7a4981e70437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0c9ab85ea44177" /><Relationship Type="http://schemas.openxmlformats.org/officeDocument/2006/relationships/notesMaster" Target="/ppt/notesMasters/notesMaster1.xml" Id="R8300a0231d82423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70a84350af4b2b" /><Relationship Type="http://schemas.openxmlformats.org/officeDocument/2006/relationships/notesMaster" Target="/ppt/notesMasters/notesMaster1.xml" Id="Ra12b6cd19f2e43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e5a220bb44487d" /><Relationship Type="http://schemas.openxmlformats.org/officeDocument/2006/relationships/notesMaster" Target="/ppt/notesMasters/notesMaster1.xml" Id="R92b72e2174b047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4810e81b5684be0" /><Relationship Type="http://schemas.openxmlformats.org/officeDocument/2006/relationships/notesMaster" Target="/ppt/notesMasters/notesMaster1.xml" Id="Rd5c9f0108c6848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92c0d02a2a546eb" /><Relationship Type="http://schemas.openxmlformats.org/officeDocument/2006/relationships/notesMaster" Target="/ppt/notesMasters/notesMaster1.xml" Id="R28ece8564502430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713119f86944ddc" /><Relationship Type="http://schemas.openxmlformats.org/officeDocument/2006/relationships/notesMaster" Target="/ppt/notesMasters/notesMaster1.xml" Id="R8cc4dbfe1ced4c1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5c480565c194b77" /><Relationship Type="http://schemas.openxmlformats.org/officeDocument/2006/relationships/notesMaster" Target="/ppt/notesMasters/notesMaster1.xml" Id="R1b17a1a395d4495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819c57dcf134a87" /><Relationship Type="http://schemas.openxmlformats.org/officeDocument/2006/relationships/notesMaster" Target="/ppt/notesMasters/notesMaster1.xml" Id="Rc57b1ea933ad4b9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dccd00187a4571" /><Relationship Type="http://schemas.openxmlformats.org/officeDocument/2006/relationships/notesMaster" Target="/ppt/notesMasters/notesMaster1.xml" Id="R45ce8110eeda4e9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38723f7ecaa44de" /><Relationship Type="http://schemas.openxmlformats.org/officeDocument/2006/relationships/notesMaster" Target="/ppt/notesMasters/notesMaster1.xml" Id="Rec743d97382341d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0ee5a60b00a4b28" /><Relationship Type="http://schemas.openxmlformats.org/officeDocument/2006/relationships/notesMaster" Target="/ppt/notesMasters/notesMaster1.xml" Id="R90e7107fcfc04f1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cc81cb2142646db" /><Relationship Type="http://schemas.openxmlformats.org/officeDocument/2006/relationships/notesMaster" Target="/ppt/notesMasters/notesMaster1.xml" Id="R899d7c1f8547449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d3dd905fa3744f4" /><Relationship Type="http://schemas.openxmlformats.org/officeDocument/2006/relationships/notesMaster" Target="/ppt/notesMasters/notesMaster1.xml" Id="Rfc0e715ed9d0403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94ec787a394307" /><Relationship Type="http://schemas.openxmlformats.org/officeDocument/2006/relationships/notesMaster" Target="/ppt/notesMasters/notesMaster1.xml" Id="Raf77887bf754416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ff754ad4db04627" /><Relationship Type="http://schemas.openxmlformats.org/officeDocument/2006/relationships/notesMaster" Target="/ppt/notesMasters/notesMaster1.xml" Id="R0ad1567ccd5c49f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d765a7a8818401e" /><Relationship Type="http://schemas.openxmlformats.org/officeDocument/2006/relationships/notesMaster" Target="/ppt/notesMasters/notesMaster1.xml" Id="R97de7a074376407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65c0eccd9984679" /><Relationship Type="http://schemas.openxmlformats.org/officeDocument/2006/relationships/notesMaster" Target="/ppt/notesMasters/notesMaster1.xml" Id="R4b0be1dc7efb401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319020e3a3d4f4a" /><Relationship Type="http://schemas.openxmlformats.org/officeDocument/2006/relationships/notesMaster" Target="/ppt/notesMasters/notesMaster1.xml" Id="R63c80be0488c419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cdbc34629624037" /><Relationship Type="http://schemas.openxmlformats.org/officeDocument/2006/relationships/notesMaster" Target="/ppt/notesMasters/notesMaster1.xml" Id="R5d85f479a00e414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23533b8e158456c" /><Relationship Type="http://schemas.openxmlformats.org/officeDocument/2006/relationships/notesMaster" Target="/ppt/notesMasters/notesMaster1.xml" Id="Re13bd2eba596486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c1c65cfa3244602" /><Relationship Type="http://schemas.openxmlformats.org/officeDocument/2006/relationships/notesMaster" Target="/ppt/notesMasters/notesMaster1.xml" Id="R5faf38785fa34b9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b445ffe797e4def" /><Relationship Type="http://schemas.openxmlformats.org/officeDocument/2006/relationships/notesMaster" Target="/ppt/notesMasters/notesMaster1.xml" Id="Rd3ca7fc8b1dd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웹서버 연결이 어려울 때 사용할 수 있는 오프라인 수업용 PPT입니다.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그림을 보면 많은 책이 꽂혀 있는 책장 앞에서 책을 한 권 손에 들고 보고 있습니다. 책을 고르고 파는 장소인 서점의 맥락과 일치하는 동작입니다.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밥을 먹습니다 (X) - 음식을 식탁에서 먹고 있는 상황이 아닙니다.</a:t>
            </a:r>
          </a:p>
          <a:p xmlns:a="http://schemas.openxmlformats.org/drawingml/2006/main">
            <a:r>
              <a:t>② 노래를 부릅니다 (X) - 마이크를 쥐고 노래하는 방이 아닌 책들이 있는 공간입니다.</a:t>
            </a:r>
          </a:p>
          <a:p xmlns:a="http://schemas.openxmlformats.org/drawingml/2006/main">
            <a:r>
              <a:t>③ 책을 고릅니다 (O) - 책장 앞에서 서서 마음에 드는 책을 손에 들고 확인하는 행동이므로 그림과 완벽히 일치합니다.</a:t>
            </a:r>
          </a:p>
          <a:p xmlns:a="http://schemas.openxmlformats.org/drawingml/2006/main">
            <a:r>
              <a:t>④ 옷을 삽니다 (X) - 옷가게에서 옷을 거울에 비춰보거나 계산하고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의사 가운을 입은 의사가 병실에서 환자를 성심껏 돌보며 대화하는 모습이므로, 병원에서 치료를 받거나 **진료를 받습니다**가 가장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진료를 받습니다 (O) - 의사에게 아픈 상태를 말하고 검사를 받는 과정과 정확히 일치합니다.</a:t>
            </a:r>
          </a:p>
          <a:p xmlns:a="http://schemas.openxmlformats.org/drawingml/2006/main">
            <a:r>
              <a:t>② 장난감을 가지고 놉니다 (X) - 어린아이가 놀이터나 방에서 노는 상황이 아닙니다.</a:t>
            </a:r>
          </a:p>
          <a:p xmlns:a="http://schemas.openxmlformats.org/drawingml/2006/main">
            <a:r>
              <a:t>③ 공부를 가르칩니다 (X) - 학교나 교실에서 선생님이 하는 행위입니다.</a:t>
            </a:r>
          </a:p>
          <a:p xmlns:a="http://schemas.openxmlformats.org/drawingml/2006/main">
            <a:r>
              <a:t>④ 요리를 시킵니다 (X) - 주방이나 식당에서 셰프가 지시하는 행위입니다.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동작이 일어나는 공간적 활동 지점을 나타내는 부사격 조사는 **에서**입니다.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(X) - 주격 조사이므로 어울리지 않습니다.</a:t>
            </a:r>
          </a:p>
          <a:p xmlns:a="http://schemas.openxmlformats.org/drawingml/2006/main">
            <a:r>
              <a:t>② 을 (X) - 목적격 조사이므로 장소 명사 뒤에 붙을 수 없습니다.</a:t>
            </a:r>
          </a:p>
          <a:p xmlns:a="http://schemas.openxmlformats.org/drawingml/2006/main">
            <a:r>
              <a:t>③ 에서 (O) - '읽다'라는 능동적 서술어가 있으므로 활동 지점 조사 '에서'가 정확합니다.</a:t>
            </a:r>
          </a:p>
          <a:p xmlns:a="http://schemas.openxmlformats.org/drawingml/2006/main">
            <a:r>
              <a:t>④ 의 (X) - 소유를 나타내는 관형격 조사입니다.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한국 노래를 좋아하고, 특히 BTS의 팬이며, 나중에 한국에 직접 가서 가수를 만나고 싶다는 소망이 중심 생각인 ①번이 유일합니다.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한국 가수를 좋아합니다 (O) - 글 전체가 좋아하는 노래와 가수를 언급하고 있으므로 정합합니다.</a:t>
            </a:r>
          </a:p>
          <a:p xmlns:a="http://schemas.openxmlformats.org/drawingml/2006/main">
            <a:r>
              <a:t>② 노래방에 자주 갑니다 (X) - 노래방(장소)에 관한 구체적 발언이 없습니다.</a:t>
            </a:r>
          </a:p>
          <a:p xmlns:a="http://schemas.openxmlformats.org/drawingml/2006/main">
            <a:r>
              <a:t>③ 여행을 갈 것입니다 (X) - 단지 콘서트 참관을 위한 소망이 있을 뿐 일반 여행 목적이 중심 생각이 아닙니다.</a:t>
            </a:r>
          </a:p>
          <a:p xmlns:a="http://schemas.openxmlformats.org/drawingml/2006/main">
            <a:r>
              <a:t>④ 춤을 열심히 배웁니다 (X) - 무용이나 댄스 학원에 대한 내용이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주문을 하고 점원(남자)이 대답을 하는 장소는 카페입니다. 카페에서 두 사람이 커피를 나누고 주문하는 장면이므로 ②번이 그림 상황과 완벽히 부합합니다.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여기 커피 두 잔하고 케이크 하나 주세요.</a:t>
            </a:r>
          </a:p>
          <a:p xmlns:a="http://schemas.openxmlformats.org/drawingml/2006/main">
            <a:r>
              <a:t>남: 네, 알겠습니다. 저기 테이블에서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병원에서 환자를 만납니다 (X) - 대화가 진료나 주사 등 병원과 무관합니다.</a:t>
            </a:r>
          </a:p>
          <a:p xmlns:a="http://schemas.openxmlformats.org/drawingml/2006/main">
            <a:r>
              <a:t>② 카페에서 음료와 디저트를 주문합니다 (O) - 여자가 커피 두 잔과 케이크를 달라고 주문하며 남자가 서빙을 대기하라고 하는 내용이므로 카페 그림에 정확히 일치합니다.</a:t>
            </a:r>
          </a:p>
          <a:p xmlns:a="http://schemas.openxmlformats.org/drawingml/2006/main">
            <a:r>
              <a:t>③ 은행에서 돈을 찾습니다 (X) - 금융 기기나 카드, 통장에 관한 언급이 전혀 없습니다.</a:t>
            </a:r>
          </a:p>
          <a:p xmlns:a="http://schemas.openxmlformats.org/drawingml/2006/main">
            <a:r>
              <a:t>④ 서점에서 책 위치를 묻습니다 (X) - 책장이나 도서 검색 등에 대한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아픈 부위를 말하며 '약'을 요구하였고, 약사가 '이 약을 드세요'라고 건네며 복약 지도를 하고 있으므로 대화 장소는 **약국**이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머리가 많이 아파요. 약 좀 주세요.</a:t>
            </a:r>
          </a:p>
          <a:p xmlns:a="http://schemas.openxmlformats.org/drawingml/2006/main">
            <a:r>
              <a:t>남: 네, 이 약을 드세요. 그리고 오늘은 따뜻한 물을 많이 마시고 푹 쉬세요.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은행 (X) - 예금, 출금 등 금융 업무와 관련이 없습니다.</a:t>
            </a:r>
          </a:p>
          <a:p xmlns:a="http://schemas.openxmlformats.org/drawingml/2006/main">
            <a:r>
              <a:t>② 약국 (O) - '아파요', '약 좀 주세요', '이 약을 드세요' 등의 단어를 통해 조제약을 판매하는 약국임이 확실하게 도출됩니다.</a:t>
            </a:r>
          </a:p>
          <a:p xmlns:a="http://schemas.openxmlformats.org/drawingml/2006/main">
            <a:r>
              <a:t>③ 우체국 (X) - 편지, 소포 배달 용어가 언급되지 않았습니다.</a:t>
            </a:r>
          </a:p>
          <a:p xmlns:a="http://schemas.openxmlformats.org/drawingml/2006/main">
            <a:r>
              <a:t>④ 세탁소 (X) - 옷 수선, 세탁물 수거 등의 단어와 매칭되지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날씨가 아주 맑고 구름도 없다고 관찰했으므로 이에 호응하며 '네, 하늘이 파랗다'고 대답하는 ①번이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오늘 날씨가 참 맑네요. 구름도 없어요.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하늘에 구름이 없고 파래요 (O) - 맑은 하늘에 어울리는 최적의 대화 호응입니다.</a:t>
            </a:r>
          </a:p>
          <a:p xmlns:a="http://schemas.openxmlformats.org/drawingml/2006/main">
            <a:r>
              <a:t>② 우산을 꼭 가져가세요 (X) - 비 소식이 없으므로 오답입니다.</a:t>
            </a:r>
          </a:p>
          <a:p xmlns:a="http://schemas.openxmlformats.org/drawingml/2006/main">
            <a:r>
              <a:t>③ 비가 많이 쏟아져요 (X) - 맑은 상황과 반대되므로 어긋납니다.</a:t>
            </a:r>
          </a:p>
          <a:p xmlns:a="http://schemas.openxmlformats.org/drawingml/2006/main">
            <a:r>
              <a:t>④ 바람이 불고 추워요 (X) - 맑은 한낮의 긍정적인 평가와 모순됩니다.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옷을 입어보겠다고 물어보았고, 탈의 장소(피팅룸)와 거울을 안내하며 점원이 '손님'이라고 칭하므로 **옷가게**가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파란색 옷을 한 번 입어봐도 돼요?</a:t>
            </a:r>
          </a:p>
          <a:p xmlns:a="http://schemas.openxmlformats.org/drawingml/2006/main">
            <a:r>
              <a:t>남: 네, 손님. 저기 거울이 있는 피팅룸에서 입어보세요. 아주 예쁠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편지나 택배를 접수하는 곳이 아닙니다.</a:t>
            </a:r>
          </a:p>
          <a:p xmlns:a="http://schemas.openxmlformats.org/drawingml/2006/main">
            <a:r>
              <a:t>② 옷가게 (O) - '옷', '입어보다', '거울', '피팅룸' 등을 통해 옷 매장임을 정확히 파악할 수 있습니다.</a:t>
            </a:r>
          </a:p>
          <a:p xmlns:a="http://schemas.openxmlformats.org/drawingml/2006/main">
            <a:r>
              <a:t>③ 미술관 (X) - 미술 작품을 감상하는 전시실이 아닙니다.</a:t>
            </a:r>
          </a:p>
          <a:p xmlns:a="http://schemas.openxmlformats.org/drawingml/2006/main">
            <a:r>
              <a:t>④ 세탁소 (X) - 옷을 세탁하거나 수선 의뢰하는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오늘 오후에 아무 계획 없이 집에서 잠을 자며 쉴 것이라 했으므로, ②번 '남자는 오늘 집에서 휴식을 취할 것이다'가 가장 일치합니다.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오늘 오후에 특별한 일정이 있어요?</a:t>
            </a:r>
          </a:p>
          <a:p xmlns:a="http://schemas.openxmlformats.org/drawingml/2006/main">
            <a:r>
              <a:t>남: 아니요, 오늘은 아무 계획이 없어요. 그냥 집에서 밀린 잠을 자고 푹 쉴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오후에 아주 바쁩니다 (X) - 아무 계획이 없다고 밝혔으므로 바쁘지 않습니다.</a:t>
            </a:r>
          </a:p>
          <a:p xmlns:a="http://schemas.openxmlformats.org/drawingml/2006/main">
            <a:r>
              <a:t>② 집에서 휴식을 취할 것입니다 (O) - '집에서 잠을 자고 푹 쉴 것이다'라는 핵심 대사와 완벽하게 일치합니다.</a:t>
            </a:r>
          </a:p>
          <a:p xmlns:a="http://schemas.openxmlformats.org/drawingml/2006/main">
            <a:r>
              <a:t>③ 시장에 가서 옷을 살 것입니다 (X) - 여자의 동선 및 쇼핑 계획은 언급되지 않았습니다.</a:t>
            </a:r>
          </a:p>
          <a:p xmlns:a="http://schemas.openxmlformats.org/drawingml/2006/main">
            <a:r>
              <a:t>④ 만나서 놀기로 했습니다 (X) - 남자가 집에서 쉴 것이라 했으므로 오늘 약속은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'책을 읽다', '빌린 책', '돌려주다'는 도서관에서 사용하는 핵심 표현이므로 정답은 ①번입니다.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도서관 (O) - 책을 읽고 빌리고 반납하는 장소입니다.</a:t>
            </a:r>
          </a:p>
          <a:p xmlns:a="http://schemas.openxmlformats.org/drawingml/2006/main">
            <a:r>
              <a:t>② 식당 (X) - 음식 주문이나 식사 관련 표현이 없습니다.</a:t>
            </a:r>
          </a:p>
          <a:p xmlns:a="http://schemas.openxmlformats.org/drawingml/2006/main">
            <a:r>
              <a:t>③ 은행 (X) - 예금, 출금, 통장 관련 표현이 없습니다.</a:t>
            </a:r>
          </a:p>
          <a:p xmlns:a="http://schemas.openxmlformats.org/drawingml/2006/main">
            <a:r>
              <a:t>④ 병원 (X) - 진료나 약과 관련된 안내가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'선생님'이 행동의 주체이므로 받침 있는 명사 뒤에 붙는 주격 조사 '이'가 알맞습니다.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(O) - 받침 있는 주어 '선생님' 뒤에 붙는 주격 조사입니다.</a:t>
            </a:r>
          </a:p>
          <a:p xmlns:a="http://schemas.openxmlformats.org/drawingml/2006/main">
            <a:r>
              <a:t>② 을 (X) - 목적어를 표시하는 조사입니다.</a:t>
            </a:r>
          </a:p>
          <a:p xmlns:a="http://schemas.openxmlformats.org/drawingml/2006/main">
            <a:r>
              <a:t>③ 에 (X) - 시간이나 도착점, 존재 장소 등에 쓰는 조사입니다.</a:t>
            </a:r>
          </a:p>
          <a:p xmlns:a="http://schemas.openxmlformats.org/drawingml/2006/main">
            <a:r>
              <a:t>④ 와 (X) - 두 명사를 연결하거나 함께하는 대상을 나타냅니다.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여자는 여러 사람에게 책을 펴라고 안내하고 공부할 내용을 설명하므로 선생님입니다.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여러분, 책 25쪽을 펴세요. 오늘은 장소를 나타내는 말을 공부하겠습니다.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학생 (X) - 수업 내용을 안내하는 역할이 아닙니다.</a:t>
            </a:r>
          </a:p>
          <a:p xmlns:a="http://schemas.openxmlformats.org/drawingml/2006/main">
            <a:r>
              <a:t>② 선생님 (O) - 학생들에게 교재와 학습 내용을 안내하고 있습니다.</a:t>
            </a:r>
          </a:p>
          <a:p xmlns:a="http://schemas.openxmlformats.org/drawingml/2006/main">
            <a:r>
              <a:t>③ 의사 (X) - 환자나 진료에 관한 말이 없습니다.</a:t>
            </a:r>
          </a:p>
          <a:p xmlns:a="http://schemas.openxmlformats.org/drawingml/2006/main">
            <a:r>
              <a:t>④ 요리사 (X) - 음식이나 조리에 관한 말이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'어디에 가요?'는 목적지를 묻는 질문이므로 장소와 '에 가요'로 대답하는 ①번이 자연스럽습니다.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지금 어디에 가요?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 가요 (O) - 이동 목적지를 직접 대답합니다.</a:t>
            </a:r>
          </a:p>
          <a:p xmlns:a="http://schemas.openxmlformats.org/drawingml/2006/main">
            <a:r>
              <a:t>② 학교에서 공부했어요 (X) - 과거 행동을 말해 질문과 시제가 맞지 않습니다.</a:t>
            </a:r>
          </a:p>
          <a:p xmlns:a="http://schemas.openxmlformats.org/drawingml/2006/main">
            <a:r>
              <a:t>③ 학생이 많아요 (X) - 사람 수에 관한 설명입니다.</a:t>
            </a:r>
          </a:p>
          <a:p xmlns:a="http://schemas.openxmlformats.org/drawingml/2006/main">
            <a:r>
              <a:t>④ 책이 재미있어요 (X) - 책에 대한 감상으로 질문과 관련이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안내문을 보면 입장 요금은 '5,000원'이라 명시되어 있습니다. 월요일은 휴관하고, 오전 10시에 열어 오후 6시에 닫으므로 다른 보기들은 오답이며 ③번이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월요일에 문을 엽니다 (X) - 안내문에 '매주 월요일은 쉽니다(휴무)'라고 나와 있습니다.</a:t>
            </a:r>
          </a:p>
          <a:p xmlns:a="http://schemas.openxmlformats.org/drawingml/2006/main">
            <a:r>
              <a:t>② 저녁 8시에 문을 닫습니다 (X) - 이용 시간이 '오후 6시'까지입니다.</a:t>
            </a:r>
          </a:p>
          <a:p xmlns:a="http://schemas.openxmlformats.org/drawingml/2006/main">
            <a:r>
              <a:t>③ 입장 요금은 오천 원입니다 (O) - 요금란에 '5,000원'으로 적혀 있는 사실과 정확히 부합합니다.</a:t>
            </a:r>
          </a:p>
          <a:p xmlns:a="http://schemas.openxmlformats.org/drawingml/2006/main">
            <a:r>
              <a:t>④ 오전 9시부터 입장할 수 있습니다 (X) - 이용 시작 시간은 오전 10시부터입니다.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문장에 '어제'라는 시간 단어가 있고, 뒷문장 역시 과거형 시제 '봤습니다'가 쓰였으므로 시제를 과거형으로 일치시켜야 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만났습니다 (O) - '어제' 일어난 과거 사실을 종결짓는 올바른 어미입니다.</a:t>
            </a:r>
          </a:p>
          <a:p xmlns:a="http://schemas.openxmlformats.org/drawingml/2006/main">
            <a:r>
              <a:t>② 만납니다 (X) - 현재 시제이므로 시간 어휘와 맞지 않습니다.</a:t>
            </a:r>
          </a:p>
          <a:p xmlns:a="http://schemas.openxmlformats.org/drawingml/2006/main">
            <a:r>
              <a:t>③ 만날 것입니다 (X) - 미래 시제이므로 어색합니다.</a:t>
            </a:r>
          </a:p>
          <a:p xmlns:a="http://schemas.openxmlformats.org/drawingml/2006/main">
            <a:r>
              <a:t>④ 만나서 (X) - 문장 종결 어미가 필요하므로 틀립니다.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주방 모자를 쓰고 프라이팬에 요리를 올리고 있는 주방장 셰프의 그림이므로 **요리를 만듭니다**가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음식을 주문합니다 (X) - 손님이 카운터나 테이블에서 시키는 대화입니다.</a:t>
            </a:r>
          </a:p>
          <a:p xmlns:a="http://schemas.openxmlformats.org/drawingml/2006/main">
            <a:r>
              <a:t>② 요리를 만듭니다 (O) - 조리실에서 직접 음식을 만드는 동작입니다.</a:t>
            </a:r>
          </a:p>
          <a:p xmlns:a="http://schemas.openxmlformats.org/drawingml/2006/main">
            <a:r>
              <a:t>③ 청소를 열심히 합니다 (X) - 빗자루나 걸레로 청소하는 묘사가 아닙니다.</a:t>
            </a:r>
          </a:p>
          <a:p xmlns:a="http://schemas.openxmlformats.org/drawingml/2006/main">
            <a:r>
              <a:t>④ 그릇을 닦습니다 (X) - 개수대에서 설거지하는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'지난 주말'이라는 과거 시간 지시어가 있으므로 시제는 과거형인 **갔습니다**가 정합합니다.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갔습니다 (O) - 과거완료 사실을 서술하는 표현입니다.</a:t>
            </a:r>
          </a:p>
          <a:p xmlns:a="http://schemas.openxmlformats.org/drawingml/2006/main">
            <a:r>
              <a:t>② 갑니다 (X) - 현재형 시제입니다.</a:t>
            </a:r>
          </a:p>
          <a:p xmlns:a="http://schemas.openxmlformats.org/drawingml/2006/main">
            <a:r>
              <a:t>③ 갈 것입니다 (X) - 미래 계획이나 약속형 표현입니다.</a:t>
            </a:r>
          </a:p>
          <a:p xmlns:a="http://schemas.openxmlformats.org/drawingml/2006/main">
            <a:r>
              <a:t>④ 가고 싶습니다 (X) - 희망/소망을 나타내는 현재적 선호입니다.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신발이 아주 편하고, 색깔과 모양이 내 취향에 맞아 마음에 든다는 글쓴이의 주관적 만족도를 설명하고 있으므로 ②번이 최적의 중심 생각입니다.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매일 운동을 합니다 (X) - 운동 목적이 아닌 일반 보행 및 신발에 대한 만족도 서술입니다.</a:t>
            </a:r>
          </a:p>
          <a:p xmlns:a="http://schemas.openxmlformats.org/drawingml/2006/main">
            <a:r>
              <a:t>② 이 신발은 아주 마음에 듭니다 (O) - 글의 핵심 주제를 정확하게 서술하고 있습니다.</a:t>
            </a:r>
          </a:p>
          <a:p xmlns:a="http://schemas.openxmlformats.org/drawingml/2006/main">
            <a:r>
              <a:t>③ 새 신발을 사고 싶습니다 (X) - 이미 신발을 가지고 있으므로 모순됩니다.</a:t>
            </a:r>
          </a:p>
          <a:p xmlns:a="http://schemas.openxmlformats.org/drawingml/2006/main">
            <a:r>
              <a:t>④ 가격이 비쌉니다 (X) - 가격 정보는 적혀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처음 만났을 때 나누는 자기소개 인사를 건넸으므로 이에 이어질 가장 적절한 대답은 맞인사인 '반갑습니다. 저는 이수진입니다.'(①)가 가장 명확합니다.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처음 뵙겠습니다. 김민수입니다.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반갑습니다. 저는 이수진입니다 (O) - 인사에 상호적으로 대답하는 올바른 격식입니다.</a:t>
            </a:r>
          </a:p>
          <a:p xmlns:a="http://schemas.openxmlformats.org/drawingml/2006/main">
            <a:r>
              <a:t>② 네, 안녕히 계세요 (X) - 작별 인사입니다.</a:t>
            </a:r>
          </a:p>
          <a:p xmlns:a="http://schemas.openxmlformats.org/drawingml/2006/main">
            <a:r>
              <a:t>③ 미안합니다. 괜찮습니다 (X) - 사과에 대한 응답입니다.</a:t>
            </a:r>
          </a:p>
          <a:p xmlns:a="http://schemas.openxmlformats.org/drawingml/2006/main">
            <a:r>
              <a:t>④ 축하합니다. 고맙습니다 (X) - 감사에 관한 맥락입니다.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남자가 '아니요, 아직 고치고 있어요'라고 말했으므로 남자가 지금 컴퓨터를 수리 중인 상태입니다. 따라서 정답은 ③번입니다.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컴퓨터 다 고쳤어요?</a:t>
            </a:r>
          </a:p>
          <a:p xmlns:a="http://schemas.openxmlformats.org/drawingml/2006/main">
            <a:r>
              <a:t>남: 아니요, 아직 고치고 있어요. 조금만 기다려 주세요.</a:t>
            </a:r>
          </a:p>
          <a:p xmlns:a="http://schemas.openxmlformats.org/drawingml/2006/main">
            <a:r>
              <a:t>여: 그럼 컴퓨터를 다 고친 후에 저한테 꼭 연락해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수리를 완전히 끝냈습니다 (X) - 아직 진행형이므로 틀립니다.</a:t>
            </a:r>
          </a:p>
          <a:p xmlns:a="http://schemas.openxmlformats.org/drawingml/2006/main">
            <a:r>
              <a:t>② 여자가 고칩니다 (X) - 실제 수리 주체는 남자입니다.</a:t>
            </a:r>
          </a:p>
          <a:p xmlns:a="http://schemas.openxmlformats.org/drawingml/2006/main">
            <a:r>
              <a:t>③ 지금 컴퓨터를 고치고 있습니다 (O) - 대화 속 남자의 행동 상태와 완벽히 맞아떨어집니다.</a:t>
            </a:r>
          </a:p>
          <a:p xmlns:a="http://schemas.openxmlformats.org/drawingml/2006/main">
            <a:r>
              <a:t>④ 새로 살 것입니다 (X) - 수리 중이므로 어울리지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상대방이 생일 축하와 함께 선물을 건넸으므로 감사를 표하는 '정말 고마워요' 대화인 ①번이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생일 축하해요! 여기 제 생일 선물이에요.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정말 고마워요. 마음에 들어요 (O) - 선물을 받고 나누는 자연스럽고 훈훈한 화답입니다.</a:t>
            </a:r>
          </a:p>
          <a:p xmlns:a="http://schemas.openxmlformats.org/drawingml/2006/main">
            <a:r>
              <a:t>② 안녕히 계세요 (X) - 헤어지는 작별 구도이므로 어색합니다.</a:t>
            </a:r>
          </a:p>
          <a:p xmlns:a="http://schemas.openxmlformats.org/drawingml/2006/main">
            <a:r>
              <a:t>③ 죄송합니다 (X) - 실수를 고백하거나 사과할 때 쓰는 표현입니다.</a:t>
            </a:r>
          </a:p>
          <a:p xmlns:a="http://schemas.openxmlformats.org/drawingml/2006/main">
            <a:r>
              <a:t>④ 저는 선물이 없어요 (X) - 선물을 수령하는 입장에서의 답으로 무례합니다.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사과와 바나나를 지정하여 주문하고 금액을 결제하는 대화이므로 청과 상점인 **과일 가게**가 맞습니다.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사장님, 맛있는 사과 세 개랑 노란 바나나 한 송이 주세요.</a:t>
            </a:r>
          </a:p>
          <a:p xmlns:a="http://schemas.openxmlformats.org/drawingml/2006/main">
            <a:r>
              <a:t>여: 네, 손님. 여기 담아 드립니다. 모두 합해서 구천 원입니다.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우편 관련 대화가 아닙니다.</a:t>
            </a:r>
          </a:p>
          <a:p xmlns:a="http://schemas.openxmlformats.org/drawingml/2006/main">
            <a:r>
              <a:t>② 과일 가게 (O) - 사과와 바나나를 현금 계산하여 포장하는 상거래 장소이므로 정확합니다.</a:t>
            </a:r>
          </a:p>
          <a:p xmlns:a="http://schemas.openxmlformats.org/drawingml/2006/main">
            <a:r>
              <a:t>③ 병원 (X) - 건강에 관한 의학적 조언 대사가 아닙니다.</a:t>
            </a:r>
          </a:p>
          <a:p xmlns:a="http://schemas.openxmlformats.org/drawingml/2006/main">
            <a:r>
              <a:t>④ 세탁소 (X) - 세탁 의류를 취급하는 정황이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지갑은 집에 두었으나 주머니에 신용카드가 있다고 진술했으므로, ②번 '남자는 지금 신용카드를 가지고 있다'가 확실한 일치 사실입니다.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지갑에 지금 현금이 좀 있어요?</a:t>
            </a:r>
          </a:p>
          <a:p xmlns:a="http://schemas.openxmlformats.org/drawingml/2006/main">
            <a:r>
              <a:t>남: 아니요, 지갑을 오늘 집에 두고 나와서 현금은 없어요. 대신 주머니에 신용카드는 있어요.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현금이 많습니다 (X) - 지갑이 집에 있고 현금이 전혀 없다고 밝혔습니다.</a:t>
            </a:r>
          </a:p>
          <a:p xmlns:a="http://schemas.openxmlformats.org/drawingml/2006/main">
            <a:r>
              <a:t>② 신용카드를 가지고 있습니다 (O) - 주머니에 카드가 들어있는 상태이므로 사실과 부합합니다.</a:t>
            </a:r>
          </a:p>
          <a:p xmlns:a="http://schemas.openxmlformats.org/drawingml/2006/main">
            <a:r>
              <a:t>③ 지갑을 찾으러 집에 갑니다 (X) - 집에 가겠다는 동작 의도는 직접 언급되지 않았습니다.</a:t>
            </a:r>
          </a:p>
          <a:p xmlns:a="http://schemas.openxmlformats.org/drawingml/2006/main">
            <a:r>
              <a:t>④ 지갑을 선물해 줍니다 (X) - 선물에 대한 제안이나 거래 정황은 들리지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광고에 할인 가격이 20,000원으로 표시되어 있으므로 ③번이 내용과 같습니다.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삼만 원입니다 (X) - 삼만 원은 할인 전 가격입니다.</a:t>
            </a:r>
          </a:p>
          <a:p xmlns:a="http://schemas.openxmlformats.org/drawingml/2006/main">
            <a:r>
              <a:t>② 다음 달까지입니다 (X) - 이번 주 일요일까지라고 했습니다.</a:t>
            </a:r>
          </a:p>
          <a:p xmlns:a="http://schemas.openxmlformats.org/drawingml/2006/main">
            <a:r>
              <a:t>③ 이만 원에 살 수 있습니다 (O) - 표시된 할인 가격과 같습니다.</a:t>
            </a:r>
          </a:p>
          <a:p xmlns:a="http://schemas.openxmlformats.org/drawingml/2006/main">
            <a:r>
              <a:t>④ 일요일에 쉽니다 (X) - 일요일까지 할인한다는 뜻이지 휴무라는 뜻이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커피나 차처럼 컵에 담긴 음료를 셀 때는 단위 명사 '잔'을 사용합니다.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명 (X) - 사람을 세는 단위입니다.</a:t>
            </a:r>
          </a:p>
          <a:p xmlns:a="http://schemas.openxmlformats.org/drawingml/2006/main">
            <a:r>
              <a:t>② 잔 (O) - 컵에 담긴 음료를 세는 단위입니다.</a:t>
            </a:r>
          </a:p>
          <a:p xmlns:a="http://schemas.openxmlformats.org/drawingml/2006/main">
            <a:r>
              <a:t>③ 켤레 (X) - 신발이나 양말을 세는 단위입니다.</a:t>
            </a:r>
          </a:p>
          <a:p xmlns:a="http://schemas.openxmlformats.org/drawingml/2006/main">
            <a:r>
              <a:t>④ 장 (X) - 종이, 표, 얇은 물건을 세는 단위입니다.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여자는 현재 신발이 작아서 더 큰 사이즈로 교환해 달라고 요청했습니다.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신발은 조금 작아요. 한 사이즈 큰 것으로 바꿔 주세요.</a:t>
            </a:r>
          </a:p>
          <a:p xmlns:a="http://schemas.openxmlformats.org/drawingml/2006/main">
            <a:r>
              <a:t>남: 네, 손님.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값을 깎습니다 (X) - 가격 할인을 요청하지 않았습니다.</a:t>
            </a:r>
          </a:p>
          <a:p xmlns:a="http://schemas.openxmlformats.org/drawingml/2006/main">
            <a:r>
              <a:t>② 더 작은 것으로 바꿉니다 (X) - 현재 신발이 이미 작습니다.</a:t>
            </a:r>
          </a:p>
          <a:p xmlns:a="http://schemas.openxmlformats.org/drawingml/2006/main">
            <a:r>
              <a:t>③ 큰 사이즈 신발을 받습니다 (O) - 여자의 교환 요청과 일치합니다.</a:t>
            </a:r>
          </a:p>
          <a:p xmlns:a="http://schemas.openxmlformats.org/drawingml/2006/main">
            <a:r>
              <a:t>④ 신발을 빌립니다 (X) - 구매한 상품을 교환하는 상황입니다.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자전거를 사서 그것을 타는 행위가 '아주 재미있다'고 했고, 주말이 와서 빨리 타고 싶다는 기대감을 표현하고 있으므로, 글쓴이의 중심 생각은 **자전거 타는 것이 즐겁다**는 내용인 ③번이 확실합니다.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자전거를 타고 출근합니다 (X) - 목적지가 공원이므로 틀립니다.</a:t>
            </a:r>
          </a:p>
          <a:p xmlns:a="http://schemas.openxmlformats.org/drawingml/2006/main">
            <a:r>
              <a:t>② 자전거를 사고 싶습니다 (X) - 어제 새로 샀으므로 희망사항과 반대됩니다.</a:t>
            </a:r>
          </a:p>
          <a:p xmlns:a="http://schemas.openxmlformats.org/drawingml/2006/main">
            <a:r>
              <a:t>③ 자전거 타는 것이 즐겁습니다 (O) - 자전거를 타는 일이 재미있다는 서술과 완벽히 호환됩니다.</a:t>
            </a:r>
          </a:p>
          <a:p xmlns:a="http://schemas.openxmlformats.org/drawingml/2006/main">
            <a:r>
              <a:t>④ 주말마다 너무 바쁩니다 (X) - 주말을 대기하며 타고 싶어 할 뿐 바쁘다는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글의 마지막 문장인 '주말에는 다른 동네 사람들도 우리 동네 산에 많이 찾아옵니다'를 통해 주말에 외부 사람들이 동네 산을 찾는다는 것을 유추할 수 있습니다. 따라서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시끄럽습니다 (X) - 동네가 아주 조용하다고 진술했습니다.</a:t>
            </a:r>
          </a:p>
          <a:p xmlns:a="http://schemas.openxmlformats.org/drawingml/2006/main">
            <a:r>
              <a:t>② 산이 전혀 없습니다 (X) - 근처에 큰 산이 있다고 말했습니다.</a:t>
            </a:r>
          </a:p>
          <a:p xmlns:a="http://schemas.openxmlformats.org/drawingml/2006/main">
            <a:r>
              <a:t>③ 주말에 사람들이 우리 동네 산에 옵니다 (O) - 타지 사람들이 산에 찾아온다는 마지막 대목과 일치합니다.</a:t>
            </a:r>
          </a:p>
          <a:p xmlns:a="http://schemas.openxmlformats.org/drawingml/2006/main">
            <a:r>
              <a:t>④ 다른 동네로 갑니다 (X) - 자신이 타 동네로 등산하러 원정을 간다는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그림은 넓은 운동장이 있는 학교 전경을 묘사하고 있으므로, 학교 내 활동 상황인 ①번이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학교에서 수업을 듣습니다 (O) - 학교라는 특수 공간에서 일어나는 통상 활동에 완벽히 정합합니다.</a:t>
            </a:r>
          </a:p>
          <a:p xmlns:a="http://schemas.openxmlformats.org/drawingml/2006/main">
            <a:r>
              <a:t>② 영화관에서 팝콘을 먹습니다 (X) - 상영관의 정경이 아닙니다.</a:t>
            </a:r>
          </a:p>
          <a:p xmlns:a="http://schemas.openxmlformats.org/drawingml/2006/main">
            <a:r>
              <a:t>③ 병원에서 진료를 대기합니다 (X) - 환자 대기실 정경과 거리가 멉니다.</a:t>
            </a:r>
          </a:p>
          <a:p xmlns:a="http://schemas.openxmlformats.org/drawingml/2006/main">
            <a:r>
              <a:t>④ 은행에서 카드를 만듭니다 (X) - 금융 창구 데스크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회사에 가지 않고 집에서 쉬는 이유가 뒤이어 나오는 인과적 어미인 **이라서**(주말이기 때문에)가 결합해야 자연스럽습니다.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이어서 (X) - 행동이나 상태가 이어진다는 뜻이므로 인과성에 어긋납니다.</a:t>
            </a:r>
          </a:p>
          <a:p xmlns:a="http://schemas.openxmlformats.org/drawingml/2006/main">
            <a:r>
              <a:t>② 이라서 (O) - 주말이라는 조건이 원인이 되어 쉰다는 표현이 매끄럽습니다.</a:t>
            </a:r>
          </a:p>
          <a:p xmlns:a="http://schemas.openxmlformats.org/drawingml/2006/main">
            <a:r>
              <a:t>③ 이거나 (X) - 대상을 선택 나열하는 어미입니다.</a:t>
            </a:r>
          </a:p>
          <a:p xmlns:a="http://schemas.openxmlformats.org/drawingml/2006/main">
            <a:r>
              <a:t>④ 이지만 (X) - 양보/대조의 어미로 '회사에 간다'는 문장과 결합해야 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글쓴이가 오늘 오후에 동네 카페에 방문하여 독서를 할 생각이라고 계획을 밝혔으므로, ①번 '저는 오늘 동네 카페에 갈 계획이다'가 완벽하게 일치합니다.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동네 카페에 갈 계획입니다 (O) - 오늘 오후 독서 방문 계획 서술과 확실히 호환됩니다.</a:t>
            </a:r>
          </a:p>
          <a:p xmlns:a="http://schemas.openxmlformats.org/drawingml/2006/main">
            <a:r>
              <a:t>② 커피가 맛이 없습니다 (X) - '커피 맛도 정말 훌륭하다'고 극찬했으므로 모순됩니다.</a:t>
            </a:r>
          </a:p>
          <a:p xmlns:a="http://schemas.openxmlformats.org/drawingml/2006/main">
            <a:r>
              <a:t>③ 카페에서 친구를 만납니다 (X) - 친구에 관한 약속 진술은 없습니다.</a:t>
            </a:r>
          </a:p>
          <a:p xmlns:a="http://schemas.openxmlformats.org/drawingml/2006/main">
            <a:r>
              <a:t>④ 가격이 너무 비쌉니다 (X) - 가격 정보는 글 속에 명시되어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'주말에 뭐 할 거예요?'라며 미래 계획을 물어보았으므로, 자신의 주말 예정 활동을 '~을 거예요' 시제로 답하는 '집에서 책을 읽을 거예요.'(②)가 유일하게 알맞은 대답입니다.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이번 주말에 뭐 할 거예요?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좋았어요 (X) - 과거 시제 서술이므로 미래 계획 대답으로 안 맞습니다.</a:t>
            </a:r>
          </a:p>
          <a:p xmlns:a="http://schemas.openxmlformats.org/drawingml/2006/main">
            <a:r>
              <a:t>② 책을 읽을 거예요 (O) - 미래에 계획하는 행동을 자연스럽게 답변하는 격조입니다.</a:t>
            </a:r>
          </a:p>
          <a:p xmlns:a="http://schemas.openxmlformats.org/drawingml/2006/main">
            <a:r>
              <a:t>③ 영화를 봤어요 (X) - 과거 행동을 나타내므로 시제가 어긋납니다.</a:t>
            </a:r>
          </a:p>
          <a:p xmlns:a="http://schemas.openxmlformats.org/drawingml/2006/main">
            <a:r>
              <a:t>④ 아주 멀어요 (X) - 거리 정보 설명은 주말 계획과 무관합니다.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갑자기 비가 내리기 시작해 두 사람 모두 우산이 없는 상태입니다. 여자가 편의점에 우산을 사러 같이 가자고 제안했고 남자가 이에 수락했으므로 대화 직후 두 사람의 행동은 **우산을 사러 편의점에 가는 것**이 확실합니다. 따라서 정답은 ①번입니다.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지금 밖에 비가 많이 와요. 혹시 우산이 있어요?</a:t>
            </a:r>
          </a:p>
          <a:p xmlns:a="http://schemas.openxmlformats.org/drawingml/2006/main">
            <a:r>
              <a:t>남: 아니요, 안 가져왔어요. 수진 씨는 우산이 있어요?</a:t>
            </a:r>
          </a:p>
          <a:p xmlns:a="http://schemas.openxmlformats.org/drawingml/2006/main">
            <a:r>
              <a:t>여: 저도 없어요. 그럼 우리 아래층 편의점에 가서 우산을 같이 사요.</a:t>
            </a:r>
          </a:p>
          <a:p xmlns:a="http://schemas.openxmlformats.org/drawingml/2006/main">
            <a:r>
              <a:t>남: 네, 좋아요. 지금 같이 내려가요.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편의점에 우산을 사러 갑니다 (O) - 대화 마무리 단계에서 약속한 내용에 정확히 부합합니다.</a:t>
            </a:r>
          </a:p>
          <a:p xmlns:a="http://schemas.openxmlformats.org/drawingml/2006/main">
            <a:r>
              <a:t>② 공원에 가서 운동을 합니다 (X) - 비가 쏟아지고 있으므로 어색합니다.</a:t>
            </a:r>
          </a:p>
          <a:p xmlns:a="http://schemas.openxmlformats.org/drawingml/2006/main">
            <a:r>
              <a:t>③ 도서관에서 책을 빌립니다 (X) - 독서 활동 제안은 들리지 않습니다.</a:t>
            </a:r>
          </a:p>
          <a:p xmlns:a="http://schemas.openxmlformats.org/drawingml/2006/main">
            <a:r>
              <a:t>④ 우산을 빌려줍니다 (X) - 둘 다 우산이 없어 사러 가는 판이므로 불가합니다.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같이 도서관에 가자고 제안(갈래요?)했으므로 수락하며 시간과 장소를 약속하는 ①번이 가장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내일 아침에 도서관에 공부하러 같이 갈래요?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좋아요. 아침 여덟 시에 만나요 (O) - 제안을 흔쾌히 수락하고 약속 세부 정보를 확정하는 대화입니다.</a:t>
            </a:r>
          </a:p>
          <a:p xmlns:a="http://schemas.openxmlformats.org/drawingml/2006/main">
            <a:r>
              <a:t>② 책이 많이 꽂혀 있어요 (X) - 도서관의 시설 현황을 설명하는 엉뚱한 대답입니다.</a:t>
            </a:r>
          </a:p>
          <a:p xmlns:a="http://schemas.openxmlformats.org/drawingml/2006/main">
            <a:r>
              <a:t>③ 도서관은 멀어요 (X) - 제안에 거절하는 어조로 '네'로 동의하며 멀다고 하는 모순된 문장입니다.</a:t>
            </a:r>
          </a:p>
          <a:p xmlns:a="http://schemas.openxmlformats.org/drawingml/2006/main">
            <a:r>
              <a:t>④ 오늘 소설책을 다 읽었습니다 (X) - 도서관 학습 제안의 논지와 매칭이 안 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승무원과 승객이 대화를 나누며 가방 적재를 안내하고 있고, '기차가 출발한다'고 하였으므로 **기차 안**이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승무원님, 이 가방을 통로 쪽에 놓아도 괜찮을까요?</a:t>
            </a:r>
          </a:p>
          <a:p xmlns:a="http://schemas.openxmlformats.org/drawingml/2006/main">
            <a:r>
              <a:t>남: 아니요, 승객님. 통로는 위험하니 머리 위 선반에 올리시거나 안고 타셔야 합니다. 기차가 곧 출발합니다.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 (X) - 환자 및 진료 행위가 들리지 않습니다.</a:t>
            </a:r>
          </a:p>
          <a:p xmlns:a="http://schemas.openxmlformats.org/drawingml/2006/main">
            <a:r>
              <a:t>② 약국 (X) - 복약 지도 상황이 아닙니다.</a:t>
            </a:r>
          </a:p>
          <a:p xmlns:a="http://schemas.openxmlformats.org/drawingml/2006/main">
            <a:r>
              <a:t>③ 기차 안 (O) - 출발을 앞둔 기차 객실 정황과 안내 멘트가 완벽히 증명됩니다.</a:t>
            </a:r>
          </a:p>
          <a:p xmlns:a="http://schemas.openxmlformats.org/drawingml/2006/main">
            <a:r>
              <a:t>④ 서점 (X) - 도서 검색 및 판매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비가 오면 등산로가 미끄러워 취소하는 대신, 주말 일정을 미술관 관람으로 변경하자는 남자의 제안이 있으므로 ②번이 확실한 일치 진술입니다.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내일 비가 오면 등산 약속을 미뤄야 할까요?</a:t>
            </a:r>
          </a:p>
          <a:p xmlns:a="http://schemas.openxmlformats.org/drawingml/2006/main">
            <a:r>
              <a:t>남: 네, 산길이 미끄러우니 위험해요. 대신 주말 약속을 미술관 관람으로 변경해요.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등산을 강행할 것입니다 (X) - 위험하기 때문에 미루고 변경하자고 하였습니다.</a:t>
            </a:r>
          </a:p>
          <a:p xmlns:a="http://schemas.openxmlformats.org/drawingml/2006/main">
            <a:r>
              <a:t>② 비가 오면 미술관에 가기로 약속을 변경합니다 (O) - 대화 속 제안 사실과 완벽하게 부합합니다.</a:t>
            </a:r>
          </a:p>
          <a:p xmlns:a="http://schemas.openxmlformats.org/drawingml/2006/main">
            <a:r>
              <a:t>③ 도서관에서 만납니다 (X) - 변경 목적지는 도서관이 아닌 미술관입니다.</a:t>
            </a:r>
          </a:p>
          <a:p xmlns:a="http://schemas.openxmlformats.org/drawingml/2006/main">
            <a:r>
              <a:t>④ 비가 오지 않기를 바라고 있습니다 (X) - 기상 예측에 대한 심리적 서술은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일정표에 오후 4시 도서관 방문이 적혀 있으므로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아침에 도서관에 갑니다 (X) - 아침에는 병원에 갑니다.</a:t>
            </a:r>
          </a:p>
          <a:p xmlns:a="http://schemas.openxmlformats.org/drawingml/2006/main">
            <a:r>
              <a:t>② 점심 후 병원에 갑니다 (X) - 병원은 오전 일정입니다.</a:t>
            </a:r>
          </a:p>
          <a:p xmlns:a="http://schemas.openxmlformats.org/drawingml/2006/main">
            <a:r>
              <a:t>③ 오후 네 시에 도서관에 갑니다 (O) - 일정표의 내용과 같습니다.</a:t>
            </a:r>
          </a:p>
          <a:p xmlns:a="http://schemas.openxmlformats.org/drawingml/2006/main">
            <a:r>
              <a:t>④ 약속이 없습니다 (X) - 오후 1시에 점심 약속이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남자는 친구 생일을 맞아 내일 저녁에 친구와 함께 식사할 계획입니다.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내일 회사가 끝난 후에 뭐 할 거예요?</a:t>
            </a:r>
          </a:p>
          <a:p xmlns:a="http://schemas.openxmlformats.org/drawingml/2006/main">
            <a:r>
              <a:t>남: 친구 생일이라서 저녁에 같이 밥을 먹을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야근합니다 (X) - 회사가 끝난 후의 계획을 말하고 있습니다.</a:t>
            </a:r>
          </a:p>
          <a:p xmlns:a="http://schemas.openxmlformats.org/drawingml/2006/main">
            <a:r>
              <a:t>② 친구와 저녁을 먹습니다 (O) - 남자가 말한 내일 계획과 같습니다.</a:t>
            </a:r>
          </a:p>
          <a:p xmlns:a="http://schemas.openxmlformats.org/drawingml/2006/main">
            <a:r>
              <a:t>③ 집에서 쉽니다 (X) - 친구를 만날 예정입니다.</a:t>
            </a:r>
          </a:p>
          <a:p xmlns:a="http://schemas.openxmlformats.org/drawingml/2006/main">
            <a:r>
              <a:t>④ 책을 빌립니다 (X) - 책에 대한 언급이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오전에 비가 많이 온다는 예보 때문에 만나는 시간을 오후 3시로 변경했습니다.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내일 오전에 공원에서 만날까요?</a:t>
            </a:r>
          </a:p>
          <a:p xmlns:a="http://schemas.openxmlformats.org/drawingml/2006/main">
            <a:r>
              <a:t>여: 오전에는 비가 많이 온대요. 비가 그치는 오후 세 시에 만나요.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여자가 아파서 (X) - 건강 상태에 대한 말이 없습니다.</a:t>
            </a:r>
          </a:p>
          <a:p xmlns:a="http://schemas.openxmlformats.org/drawingml/2006/main">
            <a:r>
              <a:t>② 공원이 문을 닫아서 (X) - 공원 운영 시간은 언급되지 않았습니다.</a:t>
            </a:r>
          </a:p>
          <a:p xmlns:a="http://schemas.openxmlformats.org/drawingml/2006/main">
            <a:r>
              <a:t>③ 오전에 비가 와서 (O) - 약속 시간을 바꾼 직접적인 이유입니다.</a:t>
            </a:r>
          </a:p>
          <a:p xmlns:a="http://schemas.openxmlformats.org/drawingml/2006/main">
            <a:r>
              <a:t>④ 남자가 바빠서 (X) - 남자의 일정 문제는 나오지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e04a4b3074c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162f7d3434d86" /><Relationship Type="http://schemas.openxmlformats.org/officeDocument/2006/relationships/slideLayout" Target="/ppt/slideLayouts/slideLayout1.xml" Id="R04abfe3de429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bfe3de429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54b48d1244526" /><Relationship Type="http://schemas.openxmlformats.org/officeDocument/2006/relationships/notesSlide" Target="/ppt/notesSlides/notesSlide1.xml" Id="R1ac3e08484fc41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339f2a6e649d2" /><Relationship Type="http://schemas.openxmlformats.org/officeDocument/2006/relationships/notesSlide" Target="/ppt/notesSlides/notesSlide2.xml" Id="R5fcddc6daebe47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9138d14054b2c" /><Relationship Type="http://schemas.openxmlformats.org/officeDocument/2006/relationships/notesSlide" Target="/ppt/notesSlides/notesSlide3.xml" Id="Rd9deef62e5bb47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d4fc1d736415a" /><Relationship Type="http://schemas.openxmlformats.org/officeDocument/2006/relationships/notesSlide" Target="/ppt/notesSlides/notesSlide4.xml" Id="Rd5da9deb844e45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50ef428c145c5" /><Relationship Type="http://schemas.openxmlformats.org/officeDocument/2006/relationships/image" Target="/ppt/media/image.jpeg" Id="R18aa91fcfe754cc7" /><Relationship Type="http://schemas.openxmlformats.org/officeDocument/2006/relationships/notesSlide" Target="/ppt/notesSlides/notesSlide5.xml" Id="Rb107b966b9a7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dc31ad3a2464d" /><Relationship Type="http://schemas.openxmlformats.org/officeDocument/2006/relationships/notesSlide" Target="/ppt/notesSlides/notesSlide6.xml" Id="Reaf7b6573fa04b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6e59a642d4dc2" /><Relationship Type="http://schemas.openxmlformats.org/officeDocument/2006/relationships/image" Target="/ppt/media/image2.jpeg" Id="Rab60779eb85f4878" /><Relationship Type="http://schemas.openxmlformats.org/officeDocument/2006/relationships/notesSlide" Target="/ppt/notesSlides/notesSlide7.xml" Id="R1552fa440b0b43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58c9cb5d44b33" /><Relationship Type="http://schemas.openxmlformats.org/officeDocument/2006/relationships/notesSlide" Target="/ppt/notesSlides/notesSlide8.xml" Id="Rfc611997aa1245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02c9294ea466a" /><Relationship Type="http://schemas.openxmlformats.org/officeDocument/2006/relationships/notesSlide" Target="/ppt/notesSlides/notesSlide9.xml" Id="R6b614cda84d94d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ec7381354b7c" /><Relationship Type="http://schemas.openxmlformats.org/officeDocument/2006/relationships/image" Target="/ppt/media/image3.jpeg" Id="R478496e2dc754e5a" /><Relationship Type="http://schemas.openxmlformats.org/officeDocument/2006/relationships/notesSlide" Target="/ppt/notesSlides/notesSlide10.xml" Id="Reff51d950b4e43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31d55e8b94a15" /><Relationship Type="http://schemas.openxmlformats.org/officeDocument/2006/relationships/notesSlide" Target="/ppt/notesSlides/notesSlide11.xml" Id="Raddedd4f8ab544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48c6f203140c0" /><Relationship Type="http://schemas.openxmlformats.org/officeDocument/2006/relationships/notesSlide" Target="/ppt/notesSlides/notesSlide12.xml" Id="R4e9637e8514748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aca69415f4529" /><Relationship Type="http://schemas.openxmlformats.org/officeDocument/2006/relationships/notesSlide" Target="/ppt/notesSlides/notesSlide13.xml" Id="R2190757ed3484a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51b630cba4300" /><Relationship Type="http://schemas.openxmlformats.org/officeDocument/2006/relationships/notesSlide" Target="/ppt/notesSlides/notesSlide14.xml" Id="Rd5c7568401ba45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471d846af49d0" /><Relationship Type="http://schemas.openxmlformats.org/officeDocument/2006/relationships/notesSlide" Target="/ppt/notesSlides/notesSlide15.xml" Id="Ra9695cb879724d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8bfa4d89b4cfd" /><Relationship Type="http://schemas.openxmlformats.org/officeDocument/2006/relationships/notesSlide" Target="/ppt/notesSlides/notesSlide16.xml" Id="Rebd1372a5a1841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11239ab214115" /><Relationship Type="http://schemas.openxmlformats.org/officeDocument/2006/relationships/notesSlide" Target="/ppt/notesSlides/notesSlide17.xml" Id="R51bc52bbc67d40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5eff2aba74f60" /><Relationship Type="http://schemas.openxmlformats.org/officeDocument/2006/relationships/notesSlide" Target="/ppt/notesSlides/notesSlide18.xml" Id="Re7d36289ca164e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a912f608e44e0" /><Relationship Type="http://schemas.openxmlformats.org/officeDocument/2006/relationships/notesSlide" Target="/ppt/notesSlides/notesSlide19.xml" Id="Rcee49854beb240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5af8a289641fc" /><Relationship Type="http://schemas.openxmlformats.org/officeDocument/2006/relationships/notesSlide" Target="/ppt/notesSlides/notesSlide20.xml" Id="R325c1b88efc545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72cc431434c74" /><Relationship Type="http://schemas.openxmlformats.org/officeDocument/2006/relationships/notesSlide" Target="/ppt/notesSlides/notesSlide21.xml" Id="R156107e57dfa42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00d31642e4b84" /><Relationship Type="http://schemas.openxmlformats.org/officeDocument/2006/relationships/notesSlide" Target="/ppt/notesSlides/notesSlide22.xml" Id="Ree3516ab129d46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f4666a3a14325" /><Relationship Type="http://schemas.openxmlformats.org/officeDocument/2006/relationships/notesSlide" Target="/ppt/notesSlides/notesSlide23.xml" Id="R854c641734dc40c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7f12300714a95" /><Relationship Type="http://schemas.openxmlformats.org/officeDocument/2006/relationships/image" Target="/ppt/media/image4.jpeg" Id="R44dd08de28b0427f" /><Relationship Type="http://schemas.openxmlformats.org/officeDocument/2006/relationships/notesSlide" Target="/ppt/notesSlides/notesSlide24.xml" Id="R86c47590a9464c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fba82bfea437b" /><Relationship Type="http://schemas.openxmlformats.org/officeDocument/2006/relationships/notesSlide" Target="/ppt/notesSlides/notesSlide25.xml" Id="Rad5fd69c822945d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0307bdb3044b6" /><Relationship Type="http://schemas.openxmlformats.org/officeDocument/2006/relationships/notesSlide" Target="/ppt/notesSlides/notesSlide26.xml" Id="R52bdf073296f45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4b36464a24a89" /><Relationship Type="http://schemas.openxmlformats.org/officeDocument/2006/relationships/notesSlide" Target="/ppt/notesSlides/notesSlide27.xml" Id="R88ed0f09a8374d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72ed4881f45d6" /><Relationship Type="http://schemas.openxmlformats.org/officeDocument/2006/relationships/notesSlide" Target="/ppt/notesSlides/notesSlide28.xml" Id="R77b437b5bad642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adfae84d34f09" /><Relationship Type="http://schemas.openxmlformats.org/officeDocument/2006/relationships/notesSlide" Target="/ppt/notesSlides/notesSlide29.xml" Id="R2bc61c6a5a4045f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2ee8ce9104610" /><Relationship Type="http://schemas.openxmlformats.org/officeDocument/2006/relationships/notesSlide" Target="/ppt/notesSlides/notesSlide30.xml" Id="R2e4f37e3674744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f5e624b0b4cdd" /><Relationship Type="http://schemas.openxmlformats.org/officeDocument/2006/relationships/notesSlide" Target="/ppt/notesSlides/notesSlide31.xml" Id="Reb4c7940020f4ca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9013a7e11432a" /><Relationship Type="http://schemas.openxmlformats.org/officeDocument/2006/relationships/notesSlide" Target="/ppt/notesSlides/notesSlide32.xml" Id="R9a1c6672a2b7499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bf918b71b4c68" /><Relationship Type="http://schemas.openxmlformats.org/officeDocument/2006/relationships/notesSlide" Target="/ppt/notesSlides/notesSlide33.xml" Id="Rd8acef34f4c34a8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9f461728a448d" /><Relationship Type="http://schemas.openxmlformats.org/officeDocument/2006/relationships/notesSlide" Target="/ppt/notesSlides/notesSlide34.xml" Id="R036b56d6e19a4e7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ce9dcce7a40c8" /><Relationship Type="http://schemas.openxmlformats.org/officeDocument/2006/relationships/notesSlide" Target="/ppt/notesSlides/notesSlide35.xml" Id="Rcbe06775f975453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5c31e086e41b0" /><Relationship Type="http://schemas.openxmlformats.org/officeDocument/2006/relationships/notesSlide" Target="/ppt/notesSlides/notesSlide36.xml" Id="Re635db564cde4fe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4b2e9e1944117" /><Relationship Type="http://schemas.openxmlformats.org/officeDocument/2006/relationships/notesSlide" Target="/ppt/notesSlides/notesSlide37.xml" Id="Rc8262f9a322445e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71775a3914290" /><Relationship Type="http://schemas.openxmlformats.org/officeDocument/2006/relationships/notesSlide" Target="/ppt/notesSlides/notesSlide38.xml" Id="Re29244c8514946e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f006a552a4239" /><Relationship Type="http://schemas.openxmlformats.org/officeDocument/2006/relationships/notesSlide" Target="/ppt/notesSlides/notesSlide39.xml" Id="Ree6cca63c422491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1bf19a7a54d35" /><Relationship Type="http://schemas.openxmlformats.org/officeDocument/2006/relationships/image" Target="/ppt/media/image5.jpeg" Id="Rf5060f2cb2ac448e" /><Relationship Type="http://schemas.openxmlformats.org/officeDocument/2006/relationships/notesSlide" Target="/ppt/notesSlides/notesSlide40.xml" Id="R935d6eea4ab149c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a60ba8e134263" /><Relationship Type="http://schemas.openxmlformats.org/officeDocument/2006/relationships/notesSlide" Target="/ppt/notesSlides/notesSlide41.xml" Id="R2d4fd82f6e7c46b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efa8b06fc4086" /><Relationship Type="http://schemas.openxmlformats.org/officeDocument/2006/relationships/notesSlide" Target="/ppt/notesSlides/notesSlide42.xml" Id="R3696e2a2d9d6482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14df19e4e4e10" /><Relationship Type="http://schemas.openxmlformats.org/officeDocument/2006/relationships/notesSlide" Target="/ppt/notesSlides/notesSlide43.xml" Id="Re805289cc3834eb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7e1187d9741c6" /><Relationship Type="http://schemas.openxmlformats.org/officeDocument/2006/relationships/image" Target="/ppt/media/image6.jpeg" Id="Ra0edfe90724a4494" /><Relationship Type="http://schemas.openxmlformats.org/officeDocument/2006/relationships/notesSlide" Target="/ppt/notesSlides/notesSlide44.xml" Id="Rc971dfbba511416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a285ef8734101" /><Relationship Type="http://schemas.openxmlformats.org/officeDocument/2006/relationships/notesSlide" Target="/ppt/notesSlides/notesSlide45.xml" Id="R19fe258862c2451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543cdad314ae3" /><Relationship Type="http://schemas.openxmlformats.org/officeDocument/2006/relationships/notesSlide" Target="/ppt/notesSlides/notesSlide46.xml" Id="Rc76026efa4674a3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043b348154602" /><Relationship Type="http://schemas.openxmlformats.org/officeDocument/2006/relationships/notesSlide" Target="/ppt/notesSlides/notesSlide47.xml" Id="R818764831ff54aa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dca3c04274812" /><Relationship Type="http://schemas.openxmlformats.org/officeDocument/2006/relationships/notesSlide" Target="/ppt/notesSlides/notesSlide48.xml" Id="R6d1801fb81874de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c9f8fedb84e56" /><Relationship Type="http://schemas.openxmlformats.org/officeDocument/2006/relationships/notesSlide" Target="/ppt/notesSlides/notesSlide49.xml" Id="R7102b21fc8064b5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b7b2287714c05" /><Relationship Type="http://schemas.openxmlformats.org/officeDocument/2006/relationships/notesSlide" Target="/ppt/notesSlides/notesSlide50.xml" Id="Reaa71ef8dd9349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D768D-999E-4058-B7EE-9DBFB21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" name="deck-kicker">
            <a:extLst xmlns:a="http://schemas.openxmlformats.org/drawingml/2006/main">
              <a:ext uri="{FF2B5EF4-FFF2-40B4-BE49-F238E27FC236}">
                <a16:creationId xmlns:a16="http://schemas.microsoft.com/office/drawing/2014/main" id="{99248C68-05F2-4EC9-9D65-8067AEC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67E8F9"/>
                </a:solidFill>
              </a:defRPr>
            </a:pPr>
            <a:r>
              <a:rPr sz="4800" b="1">
                <a:solidFill>
                  <a:srgbClr val="67E8F9"/>
                </a:solidFill>
              </a:rPr>
              <a:t>TOPIK I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C0CA899-1736-4ED2-81F1-B1A9357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3회 완성 초고속 특강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62D5B7C-0E3A-46EA-BA59-3C721F7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CBD5E1"/>
                </a:solidFill>
              </a:defRPr>
            </a:pPr>
            <a:r>
              <a:rPr sz="1950">
                <a:solidFill>
                  <a:srgbClr val="CBD5E1"/>
                </a:solidFill>
              </a:rPr>
              <a:t>한 문제 한 화면 · 오프라인 수업용 PowerPoint</a:t>
            </a:r>
          </a:p>
        </p:txBody>
      </p:sp>
      <p:sp>
        <p:nvSpPr>
          <p:cNvPr id="5" name="deck-flow">
            <a:extLst xmlns:a="http://schemas.openxmlformats.org/drawingml/2006/main">
              <a:ext uri="{FF2B5EF4-FFF2-40B4-BE49-F238E27FC236}">
                <a16:creationId xmlns:a16="http://schemas.microsoft.com/office/drawing/2014/main" id="{2775FAFF-9FC4-4D4B-9062-FC823E87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A5B4FC"/>
                </a:solidFill>
              </a:defRPr>
            </a:pPr>
            <a:r>
              <a:rPr sz="1650">
                <a:solidFill>
                  <a:srgbClr val="A5B4FC"/>
                </a:solidFill>
              </a:rPr>
              <a:t>읽기 전 지식 → 문제 풀이 → 듣기 전 지식 → 복습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7E77E0F-238D-410C-B7AD-2C9ACC3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7879B9-4362-4A5B-BF69-1A6667B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수업용 교안</a:t>
            </a:r>
          </a:p>
        </p:txBody>
      </p:sp>
    </p:spTree>
    <p:extLst>
      <p:ext uri="{BB962C8B-B14F-4D97-AF65-F5344CB8AC3E}">
        <p14:creationId xmlns:p14="http://schemas.microsoft.com/office/powerpoint/2010/main" val="1450110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1-kicker">
            <a:extLst xmlns:a="http://schemas.openxmlformats.org/drawingml/2006/main">
              <a:ext uri="{FF2B5EF4-FFF2-40B4-BE49-F238E27FC236}">
                <a16:creationId xmlns:a16="http://schemas.microsoft.com/office/drawing/2014/main" id="{06F09D72-7B1A-4531-9D98-6FAAA0F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01</a:t>
            </a:r>
          </a:p>
        </p:txBody>
      </p:sp>
      <p:sp>
        <p:nvSpPr>
          <p:cNvPr id="2" name="session-1-title">
            <a:extLst xmlns:a="http://schemas.openxmlformats.org/drawingml/2006/main">
              <a:ext uri="{FF2B5EF4-FFF2-40B4-BE49-F238E27FC236}">
                <a16:creationId xmlns:a16="http://schemas.microsoft.com/office/drawing/2014/main" id="{F58DA6AB-9231-4497-B9DF-D53825A4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1회차: 기본 인물, 장소, 동작 마스터</a:t>
            </a:r>
          </a:p>
        </p:txBody>
      </p:sp>
      <p:sp>
        <p:nvSpPr>
          <p:cNvPr id="3" name="session-1-subtitle">
            <a:extLst xmlns:a="http://schemas.openxmlformats.org/drawingml/2006/main">
              <a:ext uri="{FF2B5EF4-FFF2-40B4-BE49-F238E27FC236}">
                <a16:creationId xmlns:a16="http://schemas.microsoft.com/office/drawing/2014/main" id="{03AE386F-84CD-4CA0-990A-988C7B5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TOPIK I 합격의 첫걸음! 일상생활의 주체(인물)와 공간(장소) 및 기본 동사를 배웁니다.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76F2F-BCD1-41AC-A409-3844887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1-count">
            <a:extLst xmlns:a="http://schemas.openxmlformats.org/drawingml/2006/main">
              <a:ext uri="{FF2B5EF4-FFF2-40B4-BE49-F238E27FC236}">
                <a16:creationId xmlns:a16="http://schemas.microsoft.com/office/drawing/2014/main" id="{AAF73C8F-3B0B-4196-A841-1F6199B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14문항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4686FBC-96A4-411C-B8D2-2B96CD7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FF281A-BCC5-4121-B99A-8470F62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36831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1단계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핵심 어휘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그림 문제에 자주 나오는 인물·장소·동작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그림을 보고 인물, 장소, 동작을 먼저 말한 뒤 단어와 짧은 문장을 함께 익힙니다.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인물: 학생 · 선생님 · 의사 · 요리사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장소: 학교 · 병원 · 식당 · 은행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동작: 가다 · 오다 · 하다 · 먹다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확인: 누가 어디에서 무엇을 합니까?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2단계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준비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인물·장소 명사와 기본 조사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누가·어디에서·무엇을 하는지 찾은 뒤, 동사를 보고 문장에 필요한 조사를 결정합니다.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 명사: 시장 · 사과/배 · 도서관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주체·대상: 이/가 · 을/를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장소: 에(이동) · 에서(행동)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연결: 과/와 — 사과와 배를 삽니다.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A3C2E-B880-4232-8424-F3AE549A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1-number">
            <a:extLst xmlns:a="http://schemas.openxmlformats.org/drawingml/2006/main">
              <a:ext uri="{FF2B5EF4-FFF2-40B4-BE49-F238E27FC236}">
                <a16:creationId xmlns:a16="http://schemas.microsoft.com/office/drawing/2014/main" id="{8103609E-6545-487C-A322-B3EE8A8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1_r1-category">
            <a:extLst xmlns:a="http://schemas.openxmlformats.org/drawingml/2006/main">
              <a:ext uri="{FF2B5EF4-FFF2-40B4-BE49-F238E27FC236}">
                <a16:creationId xmlns:a16="http://schemas.microsoft.com/office/drawing/2014/main" id="{FAF4E979-D4D6-4C0B-A88D-49CAA76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1-text">
            <a:extLst xmlns:a="http://schemas.openxmlformats.org/drawingml/2006/main">
              <a:ext uri="{FF2B5EF4-FFF2-40B4-BE49-F238E27FC236}">
                <a16:creationId xmlns:a16="http://schemas.microsoft.com/office/drawing/2014/main" id="{55B87A01-08C0-4138-9B58-CD3AD8C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무엇을 하는 상황인지 가장 알맞은 것을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a91fcfe754cc7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88CC5-1080-487C-9F38-7E17269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1-option-1">
            <a:extLst xmlns:a="http://schemas.openxmlformats.org/drawingml/2006/main">
              <a:ext uri="{FF2B5EF4-FFF2-40B4-BE49-F238E27FC236}">
                <a16:creationId xmlns:a16="http://schemas.microsoft.com/office/drawing/2014/main" id="{40E05992-EC97-426C-A58D-8DAB3C33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밥을 먹습니다.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6DABE-2635-403C-9C75-1DB9D76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1-option-2">
            <a:extLst xmlns:a="http://schemas.openxmlformats.org/drawingml/2006/main">
              <a:ext uri="{FF2B5EF4-FFF2-40B4-BE49-F238E27FC236}">
                <a16:creationId xmlns:a16="http://schemas.microsoft.com/office/drawing/2014/main" id="{10E318BA-5C14-4CBF-A62B-A9C34B84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노래를 부릅니다.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0B78B-FF8A-4442-8BBB-968CCB3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1-option-3">
            <a:extLst xmlns:a="http://schemas.openxmlformats.org/drawingml/2006/main">
              <a:ext uri="{FF2B5EF4-FFF2-40B4-BE49-F238E27FC236}">
                <a16:creationId xmlns:a16="http://schemas.microsoft.com/office/drawing/2014/main" id="{A89DF49B-F0A6-4EE2-AAE1-A08F46A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책을 고릅니다.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0BA73-FCB4-4B94-813E-A63061E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1-option-4">
            <a:extLst xmlns:a="http://schemas.openxmlformats.org/drawingml/2006/main">
              <a:ext uri="{FF2B5EF4-FFF2-40B4-BE49-F238E27FC236}">
                <a16:creationId xmlns:a16="http://schemas.microsoft.com/office/drawing/2014/main" id="{7B5E4352-2A72-431B-B494-A3D3992D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옷을 삽니다.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92E9383-892B-4840-9457-9EDD182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B505576-0917-47D0-89E2-5B00C60F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1/14</a:t>
            </a:r>
          </a:p>
        </p:txBody>
      </p:sp>
    </p:spTree>
    <p:extLst>
      <p:ext uri="{BB962C8B-B14F-4D97-AF65-F5344CB8AC3E}">
        <p14:creationId xmlns:p14="http://schemas.microsoft.com/office/powerpoint/2010/main" val="377114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1AFC3-F835-4F71-B7B9-8618836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3-number">
            <a:extLst xmlns:a="http://schemas.openxmlformats.org/drawingml/2006/main">
              <a:ext uri="{FF2B5EF4-FFF2-40B4-BE49-F238E27FC236}">
                <a16:creationId xmlns:a16="http://schemas.microsoft.com/office/drawing/2014/main" id="{1CBBFD24-56FA-4234-AE9A-AC5B499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1_r3-category">
            <a:extLst xmlns:a="http://schemas.openxmlformats.org/drawingml/2006/main">
              <a:ext uri="{FF2B5EF4-FFF2-40B4-BE49-F238E27FC236}">
                <a16:creationId xmlns:a16="http://schemas.microsoft.com/office/drawing/2014/main" id="{11549116-EDA5-4632-9DB7-FFFDDCD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3-text">
            <a:extLst xmlns:a="http://schemas.openxmlformats.org/drawingml/2006/main">
              <a:ext uri="{FF2B5EF4-FFF2-40B4-BE49-F238E27FC236}">
                <a16:creationId xmlns:a16="http://schemas.microsoft.com/office/drawing/2014/main" id="{D432C472-500A-4769-AADF-92B5E3F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들어맞는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0779eb85f4878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187BB-3FDD-45A3-9AC1-AC94A77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3-option-1">
            <a:extLst xmlns:a="http://schemas.openxmlformats.org/drawingml/2006/main">
              <a:ext uri="{FF2B5EF4-FFF2-40B4-BE49-F238E27FC236}">
                <a16:creationId xmlns:a16="http://schemas.microsoft.com/office/drawing/2014/main" id="{5CEA8F26-25BE-4425-8DF1-814591C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진료를 받습니다.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0E0C5-A68E-4F69-B91E-82BDBEB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3-option-2">
            <a:extLst xmlns:a="http://schemas.openxmlformats.org/drawingml/2006/main">
              <a:ext uri="{FF2B5EF4-FFF2-40B4-BE49-F238E27FC236}">
                <a16:creationId xmlns:a16="http://schemas.microsoft.com/office/drawing/2014/main" id="{EA0B150E-0C88-4431-A751-01F6D45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장난감을 가지고 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B23B-D4F1-460D-9B34-067EB73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3-option-3">
            <a:extLst xmlns:a="http://schemas.openxmlformats.org/drawingml/2006/main">
              <a:ext uri="{FF2B5EF4-FFF2-40B4-BE49-F238E27FC236}">
                <a16:creationId xmlns:a16="http://schemas.microsoft.com/office/drawing/2014/main" id="{B1A7D3E4-EF34-4C40-813D-F7EDF7F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공부를 가르칩니다.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14D3E-E2DB-443F-AA0F-5247AA4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3-option-4">
            <a:extLst xmlns:a="http://schemas.openxmlformats.org/drawingml/2006/main">
              <a:ext uri="{FF2B5EF4-FFF2-40B4-BE49-F238E27FC236}">
                <a16:creationId xmlns:a16="http://schemas.microsoft.com/office/drawing/2014/main" id="{218455DB-4119-463E-916A-95521DE7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요리를 시킵니다.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9847C7-5351-4311-913A-CA7C9C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EA047A-CFB5-432D-B9D1-F1F35149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3/14</a:t>
            </a:r>
          </a:p>
        </p:txBody>
      </p:sp>
    </p:spTree>
    <p:extLst>
      <p:ext uri="{BB962C8B-B14F-4D97-AF65-F5344CB8AC3E}">
        <p14:creationId xmlns:p14="http://schemas.microsoft.com/office/powerpoint/2010/main" val="1965666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E2CD4-8FC1-4891-8DB2-13C9CF5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4-number">
            <a:extLst xmlns:a="http://schemas.openxmlformats.org/drawingml/2006/main">
              <a:ext uri="{FF2B5EF4-FFF2-40B4-BE49-F238E27FC236}">
                <a16:creationId xmlns:a16="http://schemas.microsoft.com/office/drawing/2014/main" id="{0F3745E0-DDC7-4D87-8347-85641993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1_r4-category">
            <a:extLst xmlns:a="http://schemas.openxmlformats.org/drawingml/2006/main">
              <a:ext uri="{FF2B5EF4-FFF2-40B4-BE49-F238E27FC236}">
                <a16:creationId xmlns:a16="http://schemas.microsoft.com/office/drawing/2014/main" id="{6D1CEFEF-C34B-4841-9316-8CE09BE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4-text">
            <a:extLst xmlns:a="http://schemas.openxmlformats.org/drawingml/2006/main">
              <a:ext uri="{FF2B5EF4-FFF2-40B4-BE49-F238E27FC236}">
                <a16:creationId xmlns:a16="http://schemas.microsoft.com/office/drawing/2014/main" id="{EBF15C7F-3C8D-4362-9AA5-6151E2CA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7090A-4F14-490A-9E02-548C2DF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4-passage">
            <a:extLst xmlns:a="http://schemas.openxmlformats.org/drawingml/2006/main">
              <a:ext uri="{FF2B5EF4-FFF2-40B4-BE49-F238E27FC236}">
                <a16:creationId xmlns:a16="http://schemas.microsoft.com/office/drawing/2014/main" id="{4AAFE170-AF46-44A7-A6D6-F672E97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주말에 도서관에 갑니다. 도서관(         ) 책을 많이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50606-F2C4-45EC-A6E1-84F3D0E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4-option-1">
            <a:extLst xmlns:a="http://schemas.openxmlformats.org/drawingml/2006/main">
              <a:ext uri="{FF2B5EF4-FFF2-40B4-BE49-F238E27FC236}">
                <a16:creationId xmlns:a16="http://schemas.microsoft.com/office/drawing/2014/main" id="{E3C6D292-434D-47DE-95D3-2B2807B4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4570D-CE58-4055-AF4A-16E7527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4-option-2">
            <a:extLst xmlns:a="http://schemas.openxmlformats.org/drawingml/2006/main">
              <a:ext uri="{FF2B5EF4-FFF2-40B4-BE49-F238E27FC236}">
                <a16:creationId xmlns:a16="http://schemas.microsoft.com/office/drawing/2014/main" id="{FD050880-C0A2-4E2E-8EDF-2882C6A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7D6AC-9733-47F2-BCDB-7E0EB195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4-option-3">
            <a:extLst xmlns:a="http://schemas.openxmlformats.org/drawingml/2006/main">
              <a:ext uri="{FF2B5EF4-FFF2-40B4-BE49-F238E27FC236}">
                <a16:creationId xmlns:a16="http://schemas.microsoft.com/office/drawing/2014/main" id="{FAEB15A4-5F57-4E17-AD15-2CCE452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DF972-B726-4820-B57A-3F01D3E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4-option-4">
            <a:extLst xmlns:a="http://schemas.openxmlformats.org/drawingml/2006/main">
              <a:ext uri="{FF2B5EF4-FFF2-40B4-BE49-F238E27FC236}">
                <a16:creationId xmlns:a16="http://schemas.microsoft.com/office/drawing/2014/main" id="{19AA360B-2FC1-4875-8E8B-1E3BCA76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의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0E0FAFB-4416-46D8-A3AC-53589DEF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428DA3-7277-48B7-9A98-2B8F0BD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4/14</a:t>
            </a:r>
          </a:p>
        </p:txBody>
      </p:sp>
    </p:spTree>
    <p:extLst>
      <p:ext uri="{BB962C8B-B14F-4D97-AF65-F5344CB8AC3E}">
        <p14:creationId xmlns:p14="http://schemas.microsoft.com/office/powerpoint/2010/main" val="9727331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AC206-6C62-4910-9B5B-251163F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5-number">
            <a:extLst xmlns:a="http://schemas.openxmlformats.org/drawingml/2006/main">
              <a:ext uri="{FF2B5EF4-FFF2-40B4-BE49-F238E27FC236}">
                <a16:creationId xmlns:a16="http://schemas.microsoft.com/office/drawing/2014/main" id="{C041402B-B82E-4C7D-8A44-AB827A7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1_r5-category">
            <a:extLst xmlns:a="http://schemas.openxmlformats.org/drawingml/2006/main">
              <a:ext uri="{FF2B5EF4-FFF2-40B4-BE49-F238E27FC236}">
                <a16:creationId xmlns:a16="http://schemas.microsoft.com/office/drawing/2014/main" id="{FC2FF1A6-4165-46AA-B769-275DE60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5-text">
            <a:extLst xmlns:a="http://schemas.openxmlformats.org/drawingml/2006/main">
              <a:ext uri="{FF2B5EF4-FFF2-40B4-BE49-F238E27FC236}">
                <a16:creationId xmlns:a16="http://schemas.microsoft.com/office/drawing/2014/main" id="{F736E47B-F00B-4128-9D6F-93EB974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940AE-545B-4F2C-9C6A-F8F623E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5-passage">
            <a:extLst xmlns:a="http://schemas.openxmlformats.org/drawingml/2006/main">
              <a:ext uri="{FF2B5EF4-FFF2-40B4-BE49-F238E27FC236}">
                <a16:creationId xmlns:a16="http://schemas.microsoft.com/office/drawing/2014/main" id="{ABA35036-801A-4512-B582-5138C528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한국 노래를 자주 듣습니다. 특히 BTS 노래를 정말 좋아합니다. 나중에 한국 콘서트에 직접 가서 한국 가수들을 만나고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A837E-1FC9-4667-9DCD-146FBE6F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5-option-1">
            <a:extLst xmlns:a="http://schemas.openxmlformats.org/drawingml/2006/main">
              <a:ext uri="{FF2B5EF4-FFF2-40B4-BE49-F238E27FC236}">
                <a16:creationId xmlns:a16="http://schemas.microsoft.com/office/drawing/2014/main" id="{3086588B-17E7-4702-8599-8BD1FDF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한국 가수를 좋아합니다.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13B16-3132-469F-983D-26D5F82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5-option-2">
            <a:extLst xmlns:a="http://schemas.openxmlformats.org/drawingml/2006/main">
              <a:ext uri="{FF2B5EF4-FFF2-40B4-BE49-F238E27FC236}">
                <a16:creationId xmlns:a16="http://schemas.microsoft.com/office/drawing/2014/main" id="{E1C82A02-CBA5-4C6E-B31E-DA2DDF67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노래방에 자주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FE6B-2AFE-429F-9A26-7D166D06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5-option-3">
            <a:extLst xmlns:a="http://schemas.openxmlformats.org/drawingml/2006/main">
              <a:ext uri="{FF2B5EF4-FFF2-40B4-BE49-F238E27FC236}">
                <a16:creationId xmlns:a16="http://schemas.microsoft.com/office/drawing/2014/main" id="{693DC121-7A50-49FA-8979-F38BCB8B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방학 때 여행을 갈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C0B8D-37EF-42E2-89A5-5AA812E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5-option-4">
            <a:extLst xmlns:a="http://schemas.openxmlformats.org/drawingml/2006/main">
              <a:ext uri="{FF2B5EF4-FFF2-40B4-BE49-F238E27FC236}">
                <a16:creationId xmlns:a16="http://schemas.microsoft.com/office/drawing/2014/main" id="{92D19B9C-0657-4E1C-BEEC-0EA1F284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춤을 열심히 배웁니다.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00534D2-50B3-4237-B3C8-3A425896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99F991-7DFD-45CF-B2CF-52FE6CC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5/14</a:t>
            </a:r>
          </a:p>
        </p:txBody>
      </p:sp>
    </p:spTree>
    <p:extLst>
      <p:ext uri="{BB962C8B-B14F-4D97-AF65-F5344CB8AC3E}">
        <p14:creationId xmlns:p14="http://schemas.microsoft.com/office/powerpoint/2010/main" val="1788423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9ADF2-CEDC-4052-9A35-AD10D4C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1-number">
            <a:extLst xmlns:a="http://schemas.openxmlformats.org/drawingml/2006/main">
              <a:ext uri="{FF2B5EF4-FFF2-40B4-BE49-F238E27FC236}">
                <a16:creationId xmlns:a16="http://schemas.microsoft.com/office/drawing/2014/main" id="{B002C7B1-3680-45DD-A9FB-8668DE2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1_l1-category">
            <a:extLst xmlns:a="http://schemas.openxmlformats.org/drawingml/2006/main">
              <a:ext uri="{FF2B5EF4-FFF2-40B4-BE49-F238E27FC236}">
                <a16:creationId xmlns:a16="http://schemas.microsoft.com/office/drawing/2014/main" id="{C1052972-DB28-4DA5-97EE-B4368AF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1-text">
            <a:extLst xmlns:a="http://schemas.openxmlformats.org/drawingml/2006/main">
              <a:ext uri="{FF2B5EF4-FFF2-40B4-BE49-F238E27FC236}">
                <a16:creationId xmlns:a16="http://schemas.microsoft.com/office/drawing/2014/main" id="{F4BFEA94-BDD0-42A7-8C6B-BE59AA9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그림과 어울리는 올바른 대화 상황을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496e2dc754e5a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6DF82-8D0F-4BB2-A7DA-D4B051B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l1-option-1">
            <a:extLst xmlns:a="http://schemas.openxmlformats.org/drawingml/2006/main">
              <a:ext uri="{FF2B5EF4-FFF2-40B4-BE49-F238E27FC236}">
                <a16:creationId xmlns:a16="http://schemas.microsoft.com/office/drawing/2014/main" id="{BB3FD5B8-9153-4106-B389-A4A1ADE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병원에서 의사와 간호사가 환자를 만납니다.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AE0C5-B320-41F5-8E33-5F7E680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l1-option-2">
            <a:extLst xmlns:a="http://schemas.openxmlformats.org/drawingml/2006/main">
              <a:ext uri="{FF2B5EF4-FFF2-40B4-BE49-F238E27FC236}">
                <a16:creationId xmlns:a16="http://schemas.microsoft.com/office/drawing/2014/main" id="{9FA7C1FC-9963-40DF-952F-DF59ED0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카페에서 여자가 음료와 디저트를 주문합니다.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7F7D3-03EA-47C0-8AF0-524F2560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l1-option-3">
            <a:extLst xmlns:a="http://schemas.openxmlformats.org/drawingml/2006/main">
              <a:ext uri="{FF2B5EF4-FFF2-40B4-BE49-F238E27FC236}">
                <a16:creationId xmlns:a16="http://schemas.microsoft.com/office/drawing/2014/main" id="{8D209CB1-A259-4724-B5E0-D63B435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은행에서 남자가 카드를 넣어 돈을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93C71-9994-4889-95B3-0F15076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l1-option-4">
            <a:extLst xmlns:a="http://schemas.openxmlformats.org/drawingml/2006/main">
              <a:ext uri="{FF2B5EF4-FFF2-40B4-BE49-F238E27FC236}">
                <a16:creationId xmlns:a16="http://schemas.microsoft.com/office/drawing/2014/main" id="{D6E35FBB-125A-402E-91D9-E914AFD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서점에서 남자가 직원에게 책 위치를 묻습니다.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CA90F0D-328F-4494-A858-0E8B32E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AB90DA-4D3C-4418-8E1B-5297658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6/14</a:t>
            </a:r>
          </a:p>
        </p:txBody>
      </p:sp>
    </p:spTree>
    <p:extLst>
      <p:ext uri="{BB962C8B-B14F-4D97-AF65-F5344CB8AC3E}">
        <p14:creationId xmlns:p14="http://schemas.microsoft.com/office/powerpoint/2010/main" val="1159722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46B2A-5B05-4378-A6B9-0ACE8ED9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2-number">
            <a:extLst xmlns:a="http://schemas.openxmlformats.org/drawingml/2006/main">
              <a:ext uri="{FF2B5EF4-FFF2-40B4-BE49-F238E27FC236}">
                <a16:creationId xmlns:a16="http://schemas.microsoft.com/office/drawing/2014/main" id="{3812D302-6EF8-48E0-AA81-20E1EE8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1_l2-category">
            <a:extLst xmlns:a="http://schemas.openxmlformats.org/drawingml/2006/main">
              <a:ext uri="{FF2B5EF4-FFF2-40B4-BE49-F238E27FC236}">
                <a16:creationId xmlns:a16="http://schemas.microsoft.com/office/drawing/2014/main" id="{06696812-E82E-4151-A9C4-14CC5D4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2-text">
            <a:extLst xmlns:a="http://schemas.openxmlformats.org/drawingml/2006/main">
              <a:ext uri="{FF2B5EF4-FFF2-40B4-BE49-F238E27FC236}">
                <a16:creationId xmlns:a16="http://schemas.microsoft.com/office/drawing/2014/main" id="{90968333-75F7-4DFD-9453-9ACA0CE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F68E8-CAE0-410F-A1EB-708EEA5A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2-option-1">
            <a:extLst xmlns:a="http://schemas.openxmlformats.org/drawingml/2006/main">
              <a:ext uri="{FF2B5EF4-FFF2-40B4-BE49-F238E27FC236}">
                <a16:creationId xmlns:a16="http://schemas.microsoft.com/office/drawing/2014/main" id="{829A9802-70D0-42BB-B4D4-66B17BE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은행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6B7B5-C3E1-414C-A10F-BF594B3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2-option-2">
            <a:extLst xmlns:a="http://schemas.openxmlformats.org/drawingml/2006/main">
              <a:ext uri="{FF2B5EF4-FFF2-40B4-BE49-F238E27FC236}">
                <a16:creationId xmlns:a16="http://schemas.microsoft.com/office/drawing/2014/main" id="{5BC00381-1B7B-4A7A-8C88-05BDC44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E2BF-6B57-4517-8EDD-C06578E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2-option-3">
            <a:extLst xmlns:a="http://schemas.openxmlformats.org/drawingml/2006/main">
              <a:ext uri="{FF2B5EF4-FFF2-40B4-BE49-F238E27FC236}">
                <a16:creationId xmlns:a16="http://schemas.microsoft.com/office/drawing/2014/main" id="{80A91965-EB53-484B-B55B-AE395FC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우체국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9C6E-A489-48C1-AE69-CC449143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2-option-4">
            <a:extLst xmlns:a="http://schemas.openxmlformats.org/drawingml/2006/main">
              <a:ext uri="{FF2B5EF4-FFF2-40B4-BE49-F238E27FC236}">
                <a16:creationId xmlns:a16="http://schemas.microsoft.com/office/drawing/2014/main" id="{40E302F5-5C88-45B5-8D07-F43BB2E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039B575-88E3-468C-967C-68F4074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00949F-B029-4763-B8BF-5E09FA5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7/14</a:t>
            </a:r>
          </a:p>
        </p:txBody>
      </p:sp>
    </p:spTree>
    <p:extLst>
      <p:ext uri="{BB962C8B-B14F-4D97-AF65-F5344CB8AC3E}">
        <p14:creationId xmlns:p14="http://schemas.microsoft.com/office/powerpoint/2010/main" val="1955490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0BEF5-1B63-43DC-928D-C382967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3-number">
            <a:extLst xmlns:a="http://schemas.openxmlformats.org/drawingml/2006/main">
              <a:ext uri="{FF2B5EF4-FFF2-40B4-BE49-F238E27FC236}">
                <a16:creationId xmlns:a16="http://schemas.microsoft.com/office/drawing/2014/main" id="{6DFAC2CA-3F2D-4F94-BA29-E143045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1_l3-category">
            <a:extLst xmlns:a="http://schemas.openxmlformats.org/drawingml/2006/main">
              <a:ext uri="{FF2B5EF4-FFF2-40B4-BE49-F238E27FC236}">
                <a16:creationId xmlns:a16="http://schemas.microsoft.com/office/drawing/2014/main" id="{6F5E1BEB-A51B-48E9-892E-662C553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3-text">
            <a:extLst xmlns:a="http://schemas.openxmlformats.org/drawingml/2006/main">
              <a:ext uri="{FF2B5EF4-FFF2-40B4-BE49-F238E27FC236}">
                <a16:creationId xmlns:a16="http://schemas.microsoft.com/office/drawing/2014/main" id="{52CB100A-129A-47D3-8BE1-04B9266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2CC12-3B7E-4EE3-9470-3DC7111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3-option-1">
            <a:extLst xmlns:a="http://schemas.openxmlformats.org/drawingml/2006/main">
              <a:ext uri="{FF2B5EF4-FFF2-40B4-BE49-F238E27FC236}">
                <a16:creationId xmlns:a16="http://schemas.microsoft.com/office/drawing/2014/main" id="{5AA17FE0-23EA-4E7B-B924-427AD59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네, 하늘에 구름이 없고 파래요.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8918D-0A3F-48D4-A099-56F0C55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3-option-2">
            <a:extLst xmlns:a="http://schemas.openxmlformats.org/drawingml/2006/main">
              <a:ext uri="{FF2B5EF4-FFF2-40B4-BE49-F238E27FC236}">
                <a16:creationId xmlns:a16="http://schemas.microsoft.com/office/drawing/2014/main" id="{13D12608-F24E-411F-BA2C-E82B43B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우산을 꼭 가져가세요.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6FA0A-8E3C-4AD1-B650-93F9B3C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3-option-3">
            <a:extLst xmlns:a="http://schemas.openxmlformats.org/drawingml/2006/main">
              <a:ext uri="{FF2B5EF4-FFF2-40B4-BE49-F238E27FC236}">
                <a16:creationId xmlns:a16="http://schemas.microsoft.com/office/drawing/2014/main" id="{F187BB8C-7CE1-43C4-8E3F-82AE29E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비가 많이 쏟아져요.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4FFBC-8766-402A-A766-D721713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3-option-4">
            <a:extLst xmlns:a="http://schemas.openxmlformats.org/drawingml/2006/main">
              <a:ext uri="{FF2B5EF4-FFF2-40B4-BE49-F238E27FC236}">
                <a16:creationId xmlns:a16="http://schemas.microsoft.com/office/drawing/2014/main" id="{66163B67-1F8D-4DB5-B467-DA1ED216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네, 바람이 불고 추워요.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3CCC741-A003-4340-920E-B55734C1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C1F61F-067F-47AD-A360-B991DFF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8/14</a:t>
            </a:r>
          </a:p>
        </p:txBody>
      </p:sp>
    </p:spTree>
    <p:extLst>
      <p:ext uri="{BB962C8B-B14F-4D97-AF65-F5344CB8AC3E}">
        <p14:creationId xmlns:p14="http://schemas.microsoft.com/office/powerpoint/2010/main" val="18307703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DA7A8-F266-4F94-9551-070B36EA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4-number">
            <a:extLst xmlns:a="http://schemas.openxmlformats.org/drawingml/2006/main">
              <a:ext uri="{FF2B5EF4-FFF2-40B4-BE49-F238E27FC236}">
                <a16:creationId xmlns:a16="http://schemas.microsoft.com/office/drawing/2014/main" id="{01BA5FEF-8AEB-417D-924C-7E9875A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1_l4-category">
            <a:extLst xmlns:a="http://schemas.openxmlformats.org/drawingml/2006/main">
              <a:ext uri="{FF2B5EF4-FFF2-40B4-BE49-F238E27FC236}">
                <a16:creationId xmlns:a16="http://schemas.microsoft.com/office/drawing/2014/main" id="{8CD701A6-6AC7-4C20-84D2-857E788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4-text">
            <a:extLst xmlns:a="http://schemas.openxmlformats.org/drawingml/2006/main">
              <a:ext uri="{FF2B5EF4-FFF2-40B4-BE49-F238E27FC236}">
                <a16:creationId xmlns:a16="http://schemas.microsoft.com/office/drawing/2014/main" id="{A7DB156E-3542-4036-80A5-A3E7324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A498E-3E7D-4017-9FF7-52AF76A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4-option-1">
            <a:extLst xmlns:a="http://schemas.openxmlformats.org/drawingml/2006/main">
              <a:ext uri="{FF2B5EF4-FFF2-40B4-BE49-F238E27FC236}">
                <a16:creationId xmlns:a16="http://schemas.microsoft.com/office/drawing/2014/main" id="{8F048343-82AB-4156-86A3-8107E28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8824-0C02-4815-BBD0-25F3CCC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4-option-2">
            <a:extLst xmlns:a="http://schemas.openxmlformats.org/drawingml/2006/main">
              <a:ext uri="{FF2B5EF4-FFF2-40B4-BE49-F238E27FC236}">
                <a16:creationId xmlns:a16="http://schemas.microsoft.com/office/drawing/2014/main" id="{4316CAD6-B646-43A4-B19A-F66725EA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옷가게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81B5-35E1-4789-9876-721A032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4-option-3">
            <a:extLst xmlns:a="http://schemas.openxmlformats.org/drawingml/2006/main">
              <a:ext uri="{FF2B5EF4-FFF2-40B4-BE49-F238E27FC236}">
                <a16:creationId xmlns:a16="http://schemas.microsoft.com/office/drawing/2014/main" id="{81965C95-7CEE-43EB-A00D-936D280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7B2B8-E1A1-402F-A366-024604E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4-option-4">
            <a:extLst xmlns:a="http://schemas.openxmlformats.org/drawingml/2006/main">
              <a:ext uri="{FF2B5EF4-FFF2-40B4-BE49-F238E27FC236}">
                <a16:creationId xmlns:a16="http://schemas.microsoft.com/office/drawing/2014/main" id="{E8D56E98-6F07-41B7-B02A-9429C22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47216D2-9B81-4123-8D26-79502C0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B3A6CB-91D1-4013-A14D-D96F04D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9/14</a:t>
            </a:r>
          </a:p>
        </p:txBody>
      </p:sp>
    </p:spTree>
    <p:extLst>
      <p:ext uri="{BB962C8B-B14F-4D97-AF65-F5344CB8AC3E}">
        <p14:creationId xmlns:p14="http://schemas.microsoft.com/office/powerpoint/2010/main" val="21333183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1B937-0281-4102-9489-4467ECC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5-number">
            <a:extLst xmlns:a="http://schemas.openxmlformats.org/drawingml/2006/main">
              <a:ext uri="{FF2B5EF4-FFF2-40B4-BE49-F238E27FC236}">
                <a16:creationId xmlns:a16="http://schemas.microsoft.com/office/drawing/2014/main" id="{18DEC071-722E-4DC5-BC78-079949E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1_l5-category">
            <a:extLst xmlns:a="http://schemas.openxmlformats.org/drawingml/2006/main">
              <a:ext uri="{FF2B5EF4-FFF2-40B4-BE49-F238E27FC236}">
                <a16:creationId xmlns:a16="http://schemas.microsoft.com/office/drawing/2014/main" id="{2D85BAE4-F779-4D40-868A-2F01461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5-text">
            <a:extLst xmlns:a="http://schemas.openxmlformats.org/drawingml/2006/main">
              <a:ext uri="{FF2B5EF4-FFF2-40B4-BE49-F238E27FC236}">
                <a16:creationId xmlns:a16="http://schemas.microsoft.com/office/drawing/2014/main" id="{0C2E8238-A169-4FC6-9AA5-2AF043F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80C26-0F66-4810-AB1F-E42C578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5-option-1">
            <a:extLst xmlns:a="http://schemas.openxmlformats.org/drawingml/2006/main">
              <a:ext uri="{FF2B5EF4-FFF2-40B4-BE49-F238E27FC236}">
                <a16:creationId xmlns:a16="http://schemas.microsoft.com/office/drawing/2014/main" id="{F2FA53E2-1CA1-412F-BCF2-FB73304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오늘 오후에 아주 바쁩니다.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DC8D4-CD97-4F16-BBB4-6DF65F1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5-option-2">
            <a:extLst xmlns:a="http://schemas.openxmlformats.org/drawingml/2006/main">
              <a:ext uri="{FF2B5EF4-FFF2-40B4-BE49-F238E27FC236}">
                <a16:creationId xmlns:a16="http://schemas.microsoft.com/office/drawing/2014/main" id="{EED0DC4D-0B96-4A4D-BD86-7B4F3E8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오늘 집에서 휴식을 취할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CA6B2-E05E-4952-9A1F-FE213A3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5-option-3">
            <a:extLst xmlns:a="http://schemas.openxmlformats.org/drawingml/2006/main">
              <a:ext uri="{FF2B5EF4-FFF2-40B4-BE49-F238E27FC236}">
                <a16:creationId xmlns:a16="http://schemas.microsoft.com/office/drawing/2014/main" id="{020168F0-0F39-440C-B8D1-7DD8FCF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여자는 오늘 시장에 가서 옷을 살 것입니다.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6CBD7-B384-4114-B1E6-161D6D11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5-option-4">
            <a:extLst xmlns:a="http://schemas.openxmlformats.org/drawingml/2006/main">
              <a:ext uri="{FF2B5EF4-FFF2-40B4-BE49-F238E27FC236}">
                <a16:creationId xmlns:a16="http://schemas.microsoft.com/office/drawing/2014/main" id="{1C10C0C7-76F9-428C-8BCD-8EBE3AB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오후에 만나서 놀기로 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E0A642E-F97B-4773-AEE3-86FFCE3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EFFB72-161E-424C-B1B8-AE1FBAD3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10/14</a:t>
            </a:r>
          </a:p>
        </p:txBody>
      </p:sp>
    </p:spTree>
    <p:extLst>
      <p:ext uri="{BB962C8B-B14F-4D97-AF65-F5344CB8AC3E}">
        <p14:creationId xmlns:p14="http://schemas.microsoft.com/office/powerpoint/2010/main" val="161610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0BD15-EAAB-47BD-A871-49E5A272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6-number">
            <a:extLst xmlns:a="http://schemas.openxmlformats.org/drawingml/2006/main">
              <a:ext uri="{FF2B5EF4-FFF2-40B4-BE49-F238E27FC236}">
                <a16:creationId xmlns:a16="http://schemas.microsoft.com/office/drawing/2014/main" id="{1CACEA7E-1785-415C-8BA2-301F18E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1_r6-category">
            <a:extLst xmlns:a="http://schemas.openxmlformats.org/drawingml/2006/main">
              <a:ext uri="{FF2B5EF4-FFF2-40B4-BE49-F238E27FC236}">
                <a16:creationId xmlns:a16="http://schemas.microsoft.com/office/drawing/2014/main" id="{AC75FB60-9BB9-4264-9220-087E894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6-text">
            <a:extLst xmlns:a="http://schemas.openxmlformats.org/drawingml/2006/main">
              <a:ext uri="{FF2B5EF4-FFF2-40B4-BE49-F238E27FC236}">
                <a16:creationId xmlns:a16="http://schemas.microsoft.com/office/drawing/2014/main" id="{279F628A-F86F-492E-AA9C-AA16EC0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안내문을 볼 수 있는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8D6CB-2DD1-415E-86B1-03B42D02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6-passage">
            <a:extLst xmlns:a="http://schemas.openxmlformats.org/drawingml/2006/main">
              <a:ext uri="{FF2B5EF4-FFF2-40B4-BE49-F238E27FC236}">
                <a16:creationId xmlns:a16="http://schemas.microsoft.com/office/drawing/2014/main" id="{A279EB2C-C4AF-4569-889B-06D22C25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책을 읽는 분들을 위해 조용히 해 주세요.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빌린 책은 14일 안에 돌려주세요.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F0C8-B042-43AC-98AE-B884031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6-option-1">
            <a:extLst xmlns:a="http://schemas.openxmlformats.org/drawingml/2006/main">
              <a:ext uri="{FF2B5EF4-FFF2-40B4-BE49-F238E27FC236}">
                <a16:creationId xmlns:a16="http://schemas.microsoft.com/office/drawing/2014/main" id="{78F433A3-E71C-4DCD-B8B6-6DFEFAB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도서관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DFF2D-6FB2-418B-8C24-57F41C9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6-option-2">
            <a:extLst xmlns:a="http://schemas.openxmlformats.org/drawingml/2006/main">
              <a:ext uri="{FF2B5EF4-FFF2-40B4-BE49-F238E27FC236}">
                <a16:creationId xmlns:a16="http://schemas.microsoft.com/office/drawing/2014/main" id="{6A34FCF5-D20E-49B4-ADEB-02A96D1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식당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76012-68F4-46C2-A70A-45887CE6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6-option-3">
            <a:extLst xmlns:a="http://schemas.openxmlformats.org/drawingml/2006/main">
              <a:ext uri="{FF2B5EF4-FFF2-40B4-BE49-F238E27FC236}">
                <a16:creationId xmlns:a16="http://schemas.microsoft.com/office/drawing/2014/main" id="{DC3055A7-15AE-4A7F-8524-4D70B43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은행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7DE98-9082-4ABE-B78F-68B0FA4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6-option-4">
            <a:extLst xmlns:a="http://schemas.openxmlformats.org/drawingml/2006/main">
              <a:ext uri="{FF2B5EF4-FFF2-40B4-BE49-F238E27FC236}">
                <a16:creationId xmlns:a16="http://schemas.microsoft.com/office/drawing/2014/main" id="{2512105C-17EB-4F0D-8E1F-3FAA639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병원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3F8D660-C63B-42CF-8494-30FBA86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86B410-8720-4B0E-89A3-7BA717A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11/14</a:t>
            </a:r>
          </a:p>
        </p:txBody>
      </p:sp>
    </p:spTree>
    <p:extLst>
      <p:ext uri="{BB962C8B-B14F-4D97-AF65-F5344CB8AC3E}">
        <p14:creationId xmlns:p14="http://schemas.microsoft.com/office/powerpoint/2010/main" val="2008219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3086-93D9-4CB0-9706-0102343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7-number">
            <a:extLst xmlns:a="http://schemas.openxmlformats.org/drawingml/2006/main">
              <a:ext uri="{FF2B5EF4-FFF2-40B4-BE49-F238E27FC236}">
                <a16:creationId xmlns:a16="http://schemas.microsoft.com/office/drawing/2014/main" id="{D2917962-BA7C-4CC5-B8E6-2E8B346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1_r7-category">
            <a:extLst xmlns:a="http://schemas.openxmlformats.org/drawingml/2006/main">
              <a:ext uri="{FF2B5EF4-FFF2-40B4-BE49-F238E27FC236}">
                <a16:creationId xmlns:a16="http://schemas.microsoft.com/office/drawing/2014/main" id="{EA433711-4AE1-4676-ABB8-D1C8519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7-text">
            <a:extLst xmlns:a="http://schemas.openxmlformats.org/drawingml/2006/main">
              <a:ext uri="{FF2B5EF4-FFF2-40B4-BE49-F238E27FC236}">
                <a16:creationId xmlns:a16="http://schemas.microsoft.com/office/drawing/2014/main" id="{CD2EBC48-A9A4-4436-B61A-456850B2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46925-10CB-4B01-BC09-46DAE74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7-passage">
            <a:extLst xmlns:a="http://schemas.openxmlformats.org/drawingml/2006/main">
              <a:ext uri="{FF2B5EF4-FFF2-40B4-BE49-F238E27FC236}">
                <a16:creationId xmlns:a16="http://schemas.microsoft.com/office/drawing/2014/main" id="{150B254E-7A85-41CA-82F2-7A13480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선생님(     ) 교실에서 한국어를 가르칩니다.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7B29-0C88-4886-AB15-C701A77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7-option-1">
            <a:extLst xmlns:a="http://schemas.openxmlformats.org/drawingml/2006/main">
              <a:ext uri="{FF2B5EF4-FFF2-40B4-BE49-F238E27FC236}">
                <a16:creationId xmlns:a16="http://schemas.microsoft.com/office/drawing/2014/main" id="{CB135D28-F1A8-4EAB-B417-905038B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DC9F-C62E-40A8-AE8C-5B72904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7-option-2">
            <a:extLst xmlns:a="http://schemas.openxmlformats.org/drawingml/2006/main">
              <a:ext uri="{FF2B5EF4-FFF2-40B4-BE49-F238E27FC236}">
                <a16:creationId xmlns:a16="http://schemas.microsoft.com/office/drawing/2014/main" id="{F81F7FBF-3FAC-47A8-BEEE-EAE473E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73F87-A73D-48A6-A722-D5F64F6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7-option-3">
            <a:extLst xmlns:a="http://schemas.openxmlformats.org/drawingml/2006/main">
              <a:ext uri="{FF2B5EF4-FFF2-40B4-BE49-F238E27FC236}">
                <a16:creationId xmlns:a16="http://schemas.microsoft.com/office/drawing/2014/main" id="{09B0E3D6-1153-4C4F-8986-D5E116B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05657-6053-48DF-A156-E627412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7-option-4">
            <a:extLst xmlns:a="http://schemas.openxmlformats.org/drawingml/2006/main">
              <a:ext uri="{FF2B5EF4-FFF2-40B4-BE49-F238E27FC236}">
                <a16:creationId xmlns:a16="http://schemas.microsoft.com/office/drawing/2014/main" id="{0633396F-A66D-4467-8D10-57EECB5E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와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56EA38-EBAC-4478-BE3C-D8AD4E6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A5C579-EFE2-4B1E-ACAC-D8D5614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12/14</a:t>
            </a:r>
          </a:p>
        </p:txBody>
      </p:sp>
    </p:spTree>
    <p:extLst>
      <p:ext uri="{BB962C8B-B14F-4D97-AF65-F5344CB8AC3E}">
        <p14:creationId xmlns:p14="http://schemas.microsoft.com/office/powerpoint/2010/main" val="11921462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555B3-F796-4C46-B1FE-0D4F922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6-number">
            <a:extLst xmlns:a="http://schemas.openxmlformats.org/drawingml/2006/main">
              <a:ext uri="{FF2B5EF4-FFF2-40B4-BE49-F238E27FC236}">
                <a16:creationId xmlns:a16="http://schemas.microsoft.com/office/drawing/2014/main" id="{29E24630-E4D3-47E1-A1DD-EAEC755C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1_l6-category">
            <a:extLst xmlns:a="http://schemas.openxmlformats.org/drawingml/2006/main">
              <a:ext uri="{FF2B5EF4-FFF2-40B4-BE49-F238E27FC236}">
                <a16:creationId xmlns:a16="http://schemas.microsoft.com/office/drawing/2014/main" id="{F79B97C0-752B-4A70-8B18-FFDFED6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6-text">
            <a:extLst xmlns:a="http://schemas.openxmlformats.org/drawingml/2006/main">
              <a:ext uri="{FF2B5EF4-FFF2-40B4-BE49-F238E27FC236}">
                <a16:creationId xmlns:a16="http://schemas.microsoft.com/office/drawing/2014/main" id="{640F81FC-0E47-4C17-9920-B2D0F604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누구인지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78501-5706-4862-979E-2EB73DA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6-option-1">
            <a:extLst xmlns:a="http://schemas.openxmlformats.org/drawingml/2006/main">
              <a:ext uri="{FF2B5EF4-FFF2-40B4-BE49-F238E27FC236}">
                <a16:creationId xmlns:a16="http://schemas.microsoft.com/office/drawing/2014/main" id="{53C57A96-FB85-4011-B02E-410DD70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90B1A-7C0F-43FC-A69D-AFB92E3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6-option-2">
            <a:extLst xmlns:a="http://schemas.openxmlformats.org/drawingml/2006/main">
              <a:ext uri="{FF2B5EF4-FFF2-40B4-BE49-F238E27FC236}">
                <a16:creationId xmlns:a16="http://schemas.microsoft.com/office/drawing/2014/main" id="{7A6C7A16-2378-4A04-BB4E-A0600F7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선생님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C283B-60B3-48BC-8FDA-F1F2D95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6-option-3">
            <a:extLst xmlns:a="http://schemas.openxmlformats.org/drawingml/2006/main">
              <a:ext uri="{FF2B5EF4-FFF2-40B4-BE49-F238E27FC236}">
                <a16:creationId xmlns:a16="http://schemas.microsoft.com/office/drawing/2014/main" id="{47BAA25F-71C0-464C-893A-08941E63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의사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E48FC-92E9-4A4A-88CA-031DBC3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6-option-4">
            <a:extLst xmlns:a="http://schemas.openxmlformats.org/drawingml/2006/main">
              <a:ext uri="{FF2B5EF4-FFF2-40B4-BE49-F238E27FC236}">
                <a16:creationId xmlns:a16="http://schemas.microsoft.com/office/drawing/2014/main" id="{1E365A43-6A15-4AF2-9833-B6BA060F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요리사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20E8C8D-21D6-405A-8F0F-275DF50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948502-D247-4769-B094-D86FAEC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13/14</a:t>
            </a:r>
          </a:p>
        </p:txBody>
      </p:sp>
    </p:spTree>
    <p:extLst>
      <p:ext uri="{BB962C8B-B14F-4D97-AF65-F5344CB8AC3E}">
        <p14:creationId xmlns:p14="http://schemas.microsoft.com/office/powerpoint/2010/main" val="20540294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1525B-DE56-4145-A877-6C594AD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7-number">
            <a:extLst xmlns:a="http://schemas.openxmlformats.org/drawingml/2006/main">
              <a:ext uri="{FF2B5EF4-FFF2-40B4-BE49-F238E27FC236}">
                <a16:creationId xmlns:a16="http://schemas.microsoft.com/office/drawing/2014/main" id="{07B41B25-0C4B-4875-966E-91CD333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14</a:t>
            </a:r>
          </a:p>
        </p:txBody>
      </p:sp>
      <p:sp>
        <p:nvSpPr>
          <p:cNvPr id="3" name="q-q1_l7-category">
            <a:extLst xmlns:a="http://schemas.openxmlformats.org/drawingml/2006/main">
              <a:ext uri="{FF2B5EF4-FFF2-40B4-BE49-F238E27FC236}">
                <a16:creationId xmlns:a16="http://schemas.microsoft.com/office/drawing/2014/main" id="{C321A147-6234-49A3-A91F-82497A8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7-text">
            <a:extLst xmlns:a="http://schemas.openxmlformats.org/drawingml/2006/main">
              <a:ext uri="{FF2B5EF4-FFF2-40B4-BE49-F238E27FC236}">
                <a16:creationId xmlns:a16="http://schemas.microsoft.com/office/drawing/2014/main" id="{17569794-0E5A-47AE-A510-669A818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말로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06CBD-BFCE-40A1-9A5D-B15D0DF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7-option-1">
            <a:extLst xmlns:a="http://schemas.openxmlformats.org/drawingml/2006/main">
              <a:ext uri="{FF2B5EF4-FFF2-40B4-BE49-F238E27FC236}">
                <a16:creationId xmlns:a16="http://schemas.microsoft.com/office/drawing/2014/main" id="{FEA2FCF5-DBCF-4C8B-B450-C5D47873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학교에 가요.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CF603-DDC6-4E73-A707-88AA2904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7-option-2">
            <a:extLst xmlns:a="http://schemas.openxmlformats.org/drawingml/2006/main">
              <a:ext uri="{FF2B5EF4-FFF2-40B4-BE49-F238E27FC236}">
                <a16:creationId xmlns:a16="http://schemas.microsoft.com/office/drawing/2014/main" id="{44C4F48B-99B0-4AF8-B859-2DBE891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학교에서 공부했어요.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43A6E-B052-4A43-B95E-4DB0B0D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7-option-3">
            <a:extLst xmlns:a="http://schemas.openxmlformats.org/drawingml/2006/main">
              <a:ext uri="{FF2B5EF4-FFF2-40B4-BE49-F238E27FC236}">
                <a16:creationId xmlns:a16="http://schemas.microsoft.com/office/drawing/2014/main" id="{D0DB4DC8-A415-4EC5-80C2-4DA91514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학생이 많아요.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BB0E-4D0C-403B-B94A-0028FFA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7-option-4">
            <a:extLst xmlns:a="http://schemas.openxmlformats.org/drawingml/2006/main">
              <a:ext uri="{FF2B5EF4-FFF2-40B4-BE49-F238E27FC236}">
                <a16:creationId xmlns:a16="http://schemas.microsoft.com/office/drawing/2014/main" id="{40F1D2A7-F050-4DBC-855A-6F8745F6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책이 재미있어요.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9F9129E-F24C-45DC-8B73-DF8B594B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D7491D-F6F2-4F3F-9D4A-483FAE2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14/14</a:t>
            </a:r>
          </a:p>
        </p:txBody>
      </p:sp>
    </p:spTree>
    <p:extLst>
      <p:ext uri="{BB962C8B-B14F-4D97-AF65-F5344CB8AC3E}">
        <p14:creationId xmlns:p14="http://schemas.microsoft.com/office/powerpoint/2010/main" val="5761125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2-kicker">
            <a:extLst xmlns:a="http://schemas.openxmlformats.org/drawingml/2006/main">
              <a:ext uri="{FF2B5EF4-FFF2-40B4-BE49-F238E27FC236}">
                <a16:creationId xmlns:a16="http://schemas.microsoft.com/office/drawing/2014/main" id="{763FC579-1AAD-4C7D-A6AE-2F23CCB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02</a:t>
            </a:r>
          </a:p>
        </p:txBody>
      </p:sp>
      <p:sp>
        <p:nvSpPr>
          <p:cNvPr id="2" name="session-2-title">
            <a:extLst xmlns:a="http://schemas.openxmlformats.org/drawingml/2006/main">
              <a:ext uri="{FF2B5EF4-FFF2-40B4-BE49-F238E27FC236}">
                <a16:creationId xmlns:a16="http://schemas.microsoft.com/office/drawing/2014/main" id="{13C6D9AC-29B7-42E3-82BF-558D9FEA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2회차: 일상생활과 물건 쇼핑</a:t>
            </a:r>
          </a:p>
        </p:txBody>
      </p:sp>
      <p:sp>
        <p:nvSpPr>
          <p:cNvPr id="3" name="session-2-subtitle">
            <a:extLst xmlns:a="http://schemas.openxmlformats.org/drawingml/2006/main">
              <a:ext uri="{FF2B5EF4-FFF2-40B4-BE49-F238E27FC236}">
                <a16:creationId xmlns:a16="http://schemas.microsoft.com/office/drawing/2014/main" id="{284F7293-25AD-4F63-9C37-836505A8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가장 실용적인 한국어 표현! 물건 구매, 식사, 그리고 조사 결합 형태를 훈련합니다.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7611-375F-4A15-9590-8A29E1A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2-count">
            <a:extLst xmlns:a="http://schemas.openxmlformats.org/drawingml/2006/main">
              <a:ext uri="{FF2B5EF4-FFF2-40B4-BE49-F238E27FC236}">
                <a16:creationId xmlns:a16="http://schemas.microsoft.com/office/drawing/2014/main" id="{E7994DA8-1F74-4208-A3EA-B9DACBB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D645590-FA77-49B5-BEF7-344FBAF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336C76-B068-4330-AADC-431FA01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56440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1단계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핵심 어휘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쇼핑 문제에 자주 나오는 물건·단위·동작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가격표와 안내문을 읽기 전에 물건 이름, 세는 단위, 구매 동작을 짧은 문장으로 익힙니다.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물건: 옷 · 신발 · 과일 · 우산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단위: 원 · 개 · 잔 · 켤레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동작: 사다 · 팔다 · 빌리다 · 주다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확인: 무엇을 몇 개 사고 싶습니까?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2단계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준비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쇼핑 명사·단위 명사와 조사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안내문의 숫자·요일·가격을 표시하고, 수량과 단위 명사를 한 묶음으로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 명사: 입장 요금 · 이용 시간 · 사이즈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단위: 개 · 잔 · 켤레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조사: 을/를 · 에서 · 하고/과/와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과거형: -았/었어요 — 신발을 샀어요.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2단계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95683-A9AB-4656-891B-AC02F99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1-number">
            <a:extLst xmlns:a="http://schemas.openxmlformats.org/drawingml/2006/main">
              <a:ext uri="{FF2B5EF4-FFF2-40B4-BE49-F238E27FC236}">
                <a16:creationId xmlns:a16="http://schemas.microsoft.com/office/drawing/2014/main" id="{D94D18C6-34E9-46AC-A4D8-F7C0406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2_r1-category">
            <a:extLst xmlns:a="http://schemas.openxmlformats.org/drawingml/2006/main">
              <a:ext uri="{FF2B5EF4-FFF2-40B4-BE49-F238E27FC236}">
                <a16:creationId xmlns:a16="http://schemas.microsoft.com/office/drawing/2014/main" id="{C95F5AD3-9E3D-4821-9D8F-650E7A6A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1-text">
            <a:extLst xmlns:a="http://schemas.openxmlformats.org/drawingml/2006/main">
              <a:ext uri="{FF2B5EF4-FFF2-40B4-BE49-F238E27FC236}">
                <a16:creationId xmlns:a16="http://schemas.microsoft.com/office/drawing/2014/main" id="{217E3071-3BC3-4F8E-BD21-FB6B9B0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안내문의 내용과 같은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9DF2-A186-4BB2-B7CC-06F7585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1-passage">
            <a:extLst xmlns:a="http://schemas.openxmlformats.org/drawingml/2006/main">
              <a:ext uri="{FF2B5EF4-FFF2-40B4-BE49-F238E27FC236}">
                <a16:creationId xmlns:a16="http://schemas.microsoft.com/office/drawing/2014/main" id="{969FD5DF-21D6-4BAC-875A-3DC29095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[미술관 안내]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이용 시간: 오전 10시 ~ 오후 6시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입장 요금: 5,000원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(※ 매주 월요일은 쉽니다.)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BA519-8521-4ADF-92C5-FE8235F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1-option-1">
            <a:extLst xmlns:a="http://schemas.openxmlformats.org/drawingml/2006/main">
              <a:ext uri="{FF2B5EF4-FFF2-40B4-BE49-F238E27FC236}">
                <a16:creationId xmlns:a16="http://schemas.microsoft.com/office/drawing/2014/main" id="{D00B8DA4-8971-4884-BAFF-8253DB6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미술관은 월요일에 문을 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4824-AE3A-4EE4-B68F-DF8349F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1-option-2">
            <a:extLst xmlns:a="http://schemas.openxmlformats.org/drawingml/2006/main">
              <a:ext uri="{FF2B5EF4-FFF2-40B4-BE49-F238E27FC236}">
                <a16:creationId xmlns:a16="http://schemas.microsoft.com/office/drawing/2014/main" id="{66E339DB-B8B8-4F43-83FB-6D5DDD64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미술관은 저녁 8시에 문을 닫습니다.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871A-A9F1-4F7F-A1B2-1ED82E33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1-option-3">
            <a:extLst xmlns:a="http://schemas.openxmlformats.org/drawingml/2006/main">
              <a:ext uri="{FF2B5EF4-FFF2-40B4-BE49-F238E27FC236}">
                <a16:creationId xmlns:a16="http://schemas.microsoft.com/office/drawing/2014/main" id="{85B00A8F-9BFE-4937-A080-0A658C8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 입장 요금은 오천 원입니다.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7FC71-FD4A-4186-8CF3-A14613E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1-option-4">
            <a:extLst xmlns:a="http://schemas.openxmlformats.org/drawingml/2006/main">
              <a:ext uri="{FF2B5EF4-FFF2-40B4-BE49-F238E27FC236}">
                <a16:creationId xmlns:a16="http://schemas.microsoft.com/office/drawing/2014/main" id="{C6847DAA-9BE8-4A8F-B4D5-810929E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오전 9시부터 입장하여 볼 수 있습니다.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201970E-7F93-4F3F-A91D-10767DD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9EC858E-7F88-41D6-9ECD-1D9EFBF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1/13</a:t>
            </a:r>
          </a:p>
        </p:txBody>
      </p:sp>
    </p:spTree>
    <p:extLst>
      <p:ext uri="{BB962C8B-B14F-4D97-AF65-F5344CB8AC3E}">
        <p14:creationId xmlns:p14="http://schemas.microsoft.com/office/powerpoint/2010/main" val="17700818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D5175-A898-4155-BC03-85F2D4F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2-number">
            <a:extLst xmlns:a="http://schemas.openxmlformats.org/drawingml/2006/main">
              <a:ext uri="{FF2B5EF4-FFF2-40B4-BE49-F238E27FC236}">
                <a16:creationId xmlns:a16="http://schemas.microsoft.com/office/drawing/2014/main" id="{A69F0DE7-04EB-40B7-B74B-5C7D0B83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2_r2-category">
            <a:extLst xmlns:a="http://schemas.openxmlformats.org/drawingml/2006/main">
              <a:ext uri="{FF2B5EF4-FFF2-40B4-BE49-F238E27FC236}">
                <a16:creationId xmlns:a16="http://schemas.microsoft.com/office/drawing/2014/main" id="{0F3A8936-5F95-489F-840C-48F6151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2-text">
            <a:extLst xmlns:a="http://schemas.openxmlformats.org/drawingml/2006/main">
              <a:ext uri="{FF2B5EF4-FFF2-40B4-BE49-F238E27FC236}">
                <a16:creationId xmlns:a16="http://schemas.microsoft.com/office/drawing/2014/main" id="{493A24DD-F8E5-4BED-B002-36D1692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단어를 고르십시오. (TOPIK I 기출 유형)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4BBAD-A274-4F38-8B43-A575243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2-passage">
            <a:extLst xmlns:a="http://schemas.openxmlformats.org/drawingml/2006/main">
              <a:ext uri="{FF2B5EF4-FFF2-40B4-BE49-F238E27FC236}">
                <a16:creationId xmlns:a16="http://schemas.microsoft.com/office/drawing/2014/main" id="{57B19A5A-7CF9-425C-99C1-B571EFA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친구를 (         ). 그리고 같이 재미있는 영화를 봤습니다.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2A38-FBD3-4D44-AC51-97FFA9D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2-option-1">
            <a:extLst xmlns:a="http://schemas.openxmlformats.org/drawingml/2006/main">
              <a:ext uri="{FF2B5EF4-FFF2-40B4-BE49-F238E27FC236}">
                <a16:creationId xmlns:a16="http://schemas.microsoft.com/office/drawing/2014/main" id="{43D3F757-4B79-4742-BE61-9597C4A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만났습니다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25F4C-1AED-4A30-B7CA-AA189E6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2-option-2">
            <a:extLst xmlns:a="http://schemas.openxmlformats.org/drawingml/2006/main">
              <a:ext uri="{FF2B5EF4-FFF2-40B4-BE49-F238E27FC236}">
                <a16:creationId xmlns:a16="http://schemas.microsoft.com/office/drawing/2014/main" id="{848E7070-9714-4A41-B3DE-F0481ECD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만납니다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479C9-6AB7-4F2C-992E-EB2F54E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2-option-3">
            <a:extLst xmlns:a="http://schemas.openxmlformats.org/drawingml/2006/main">
              <a:ext uri="{FF2B5EF4-FFF2-40B4-BE49-F238E27FC236}">
                <a16:creationId xmlns:a16="http://schemas.microsoft.com/office/drawing/2014/main" id="{7C7C9A0D-21A4-4E35-A7AE-851D92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만날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64B1-ED9C-4AEE-BD45-3404B42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2-option-4">
            <a:extLst xmlns:a="http://schemas.openxmlformats.org/drawingml/2006/main">
              <a:ext uri="{FF2B5EF4-FFF2-40B4-BE49-F238E27FC236}">
                <a16:creationId xmlns:a16="http://schemas.microsoft.com/office/drawing/2014/main" id="{EE769ADF-9C80-44AD-9A2B-A51E983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만나서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2C209A-5D94-4B13-B564-E53DED7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8E89D0-E15B-4398-895E-EAC23F8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2/13</a:t>
            </a:r>
          </a:p>
        </p:txBody>
      </p:sp>
    </p:spTree>
    <p:extLst>
      <p:ext uri="{BB962C8B-B14F-4D97-AF65-F5344CB8AC3E}">
        <p14:creationId xmlns:p14="http://schemas.microsoft.com/office/powerpoint/2010/main" val="7789990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5A728-7754-4497-878F-36000FF3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3-number">
            <a:extLst xmlns:a="http://schemas.openxmlformats.org/drawingml/2006/main">
              <a:ext uri="{FF2B5EF4-FFF2-40B4-BE49-F238E27FC236}">
                <a16:creationId xmlns:a16="http://schemas.microsoft.com/office/drawing/2014/main" id="{A16C42F3-AB0C-4CB1-ADBA-89C83EE8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2_r3-category">
            <a:extLst xmlns:a="http://schemas.openxmlformats.org/drawingml/2006/main">
              <a:ext uri="{FF2B5EF4-FFF2-40B4-BE49-F238E27FC236}">
                <a16:creationId xmlns:a16="http://schemas.microsoft.com/office/drawing/2014/main" id="{4CDD646C-4B74-4528-8829-9F5C88D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3-text">
            <a:extLst xmlns:a="http://schemas.openxmlformats.org/drawingml/2006/main">
              <a:ext uri="{FF2B5EF4-FFF2-40B4-BE49-F238E27FC236}">
                <a16:creationId xmlns:a16="http://schemas.microsoft.com/office/drawing/2014/main" id="{B7C97704-FDC8-42C9-AB14-C9B99D8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d08de28b0427f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45D7C-1EBE-4AB9-ACA4-1532CB4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2_r3-option-1">
            <a:extLst xmlns:a="http://schemas.openxmlformats.org/drawingml/2006/main">
              <a:ext uri="{FF2B5EF4-FFF2-40B4-BE49-F238E27FC236}">
                <a16:creationId xmlns:a16="http://schemas.microsoft.com/office/drawing/2014/main" id="{105B5ED1-D59F-4213-A79B-B4ED00D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음식을 주문합니다.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E7367-7D67-4CB2-994F-E97C213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2_r3-option-2">
            <a:extLst xmlns:a="http://schemas.openxmlformats.org/drawingml/2006/main">
              <a:ext uri="{FF2B5EF4-FFF2-40B4-BE49-F238E27FC236}">
                <a16:creationId xmlns:a16="http://schemas.microsoft.com/office/drawing/2014/main" id="{666265A5-F480-451C-B323-D359971E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요리를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A216-601A-43FB-9D49-5DA53334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2_r3-option-3">
            <a:extLst xmlns:a="http://schemas.openxmlformats.org/drawingml/2006/main">
              <a:ext uri="{FF2B5EF4-FFF2-40B4-BE49-F238E27FC236}">
                <a16:creationId xmlns:a16="http://schemas.microsoft.com/office/drawing/2014/main" id="{6C33FDE5-36BF-4FE8-904D-3C99E46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청소를 열심히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F32E5-BBDD-4747-A92D-BF3E087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2_r3-option-4">
            <a:extLst xmlns:a="http://schemas.openxmlformats.org/drawingml/2006/main">
              <a:ext uri="{FF2B5EF4-FFF2-40B4-BE49-F238E27FC236}">
                <a16:creationId xmlns:a16="http://schemas.microsoft.com/office/drawing/2014/main" id="{1918C452-4A85-4880-B931-7B70140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그릇을 닦습니다.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A205AF9-41C6-4EA4-A90E-40101B50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8A405D-8990-4663-8566-799929F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3/13</a:t>
            </a:r>
          </a:p>
        </p:txBody>
      </p:sp>
    </p:spTree>
    <p:extLst>
      <p:ext uri="{BB962C8B-B14F-4D97-AF65-F5344CB8AC3E}">
        <p14:creationId xmlns:p14="http://schemas.microsoft.com/office/powerpoint/2010/main" val="14640097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9E100-E3BD-4748-9E8D-F2A1AD8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4-number">
            <a:extLst xmlns:a="http://schemas.openxmlformats.org/drawingml/2006/main">
              <a:ext uri="{FF2B5EF4-FFF2-40B4-BE49-F238E27FC236}">
                <a16:creationId xmlns:a16="http://schemas.microsoft.com/office/drawing/2014/main" id="{A8396F12-7EF6-47B0-8832-AD65274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2_r4-category">
            <a:extLst xmlns:a="http://schemas.openxmlformats.org/drawingml/2006/main">
              <a:ext uri="{FF2B5EF4-FFF2-40B4-BE49-F238E27FC236}">
                <a16:creationId xmlns:a16="http://schemas.microsoft.com/office/drawing/2014/main" id="{C9C71151-1B09-443B-BEE4-C46552E9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4-text">
            <a:extLst xmlns:a="http://schemas.openxmlformats.org/drawingml/2006/main">
              <a:ext uri="{FF2B5EF4-FFF2-40B4-BE49-F238E27FC236}">
                <a16:creationId xmlns:a16="http://schemas.microsoft.com/office/drawing/2014/main" id="{6ECF9573-AE5D-4A62-A44D-460DA611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표현을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D307E-3EB8-4E46-A86E-A3D1F04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4-passage">
            <a:extLst xmlns:a="http://schemas.openxmlformats.org/drawingml/2006/main">
              <a:ext uri="{FF2B5EF4-FFF2-40B4-BE49-F238E27FC236}">
                <a16:creationId xmlns:a16="http://schemas.microsoft.com/office/drawing/2014/main" id="{26AD761D-DE36-415A-808B-380540C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부모님과 함께 제주도로 여행을 (         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BEEDF-8249-4A07-B93A-5458DC9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4-option-1">
            <a:extLst xmlns:a="http://schemas.openxmlformats.org/drawingml/2006/main">
              <a:ext uri="{FF2B5EF4-FFF2-40B4-BE49-F238E27FC236}">
                <a16:creationId xmlns:a16="http://schemas.microsoft.com/office/drawing/2014/main" id="{2092693C-B593-43C4-9508-5F94970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갔습니다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E795-8E29-43C3-90EF-02E0912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4-option-2">
            <a:extLst xmlns:a="http://schemas.openxmlformats.org/drawingml/2006/main">
              <a:ext uri="{FF2B5EF4-FFF2-40B4-BE49-F238E27FC236}">
                <a16:creationId xmlns:a16="http://schemas.microsoft.com/office/drawing/2014/main" id="{8BB22AE2-FF4E-4676-93E0-1E5EDAB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갑니다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0160B-731D-4AB5-9601-08484D8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4-option-3">
            <a:extLst xmlns:a="http://schemas.openxmlformats.org/drawingml/2006/main">
              <a:ext uri="{FF2B5EF4-FFF2-40B4-BE49-F238E27FC236}">
                <a16:creationId xmlns:a16="http://schemas.microsoft.com/office/drawing/2014/main" id="{D1EDCC35-2C69-42BB-843E-C2506685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갈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28DB0-F662-47E1-9143-78B2F21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4-option-4">
            <a:extLst xmlns:a="http://schemas.openxmlformats.org/drawingml/2006/main">
              <a:ext uri="{FF2B5EF4-FFF2-40B4-BE49-F238E27FC236}">
                <a16:creationId xmlns:a16="http://schemas.microsoft.com/office/drawing/2014/main" id="{E73646FD-4DE8-40B0-82C8-56186F1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가고 싶습니다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3616BC3-F017-4268-8A66-4AF9E88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42C1000-1141-45DB-8036-5271D5C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4/13</a:t>
            </a:r>
          </a:p>
        </p:txBody>
      </p:sp>
    </p:spTree>
    <p:extLst>
      <p:ext uri="{BB962C8B-B14F-4D97-AF65-F5344CB8AC3E}">
        <p14:creationId xmlns:p14="http://schemas.microsoft.com/office/powerpoint/2010/main" val="686379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25E52-FC8C-4C6E-85C2-7841163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5-number">
            <a:extLst xmlns:a="http://schemas.openxmlformats.org/drawingml/2006/main">
              <a:ext uri="{FF2B5EF4-FFF2-40B4-BE49-F238E27FC236}">
                <a16:creationId xmlns:a16="http://schemas.microsoft.com/office/drawing/2014/main" id="{7FACC955-402C-4F2C-9CAF-024A5601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2_r5-category">
            <a:extLst xmlns:a="http://schemas.openxmlformats.org/drawingml/2006/main">
              <a:ext uri="{FF2B5EF4-FFF2-40B4-BE49-F238E27FC236}">
                <a16:creationId xmlns:a16="http://schemas.microsoft.com/office/drawing/2014/main" id="{0ACEA6F5-C2EF-42B5-9219-A6679CA6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5-text">
            <a:extLst xmlns:a="http://schemas.openxmlformats.org/drawingml/2006/main">
              <a:ext uri="{FF2B5EF4-FFF2-40B4-BE49-F238E27FC236}">
                <a16:creationId xmlns:a16="http://schemas.microsoft.com/office/drawing/2014/main" id="{EB5258C0-6B48-4257-AD3E-DCB2B4D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15362-BBBB-4E17-AD4E-99927A1F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5-passage">
            <a:extLst xmlns:a="http://schemas.openxmlformats.org/drawingml/2006/main">
              <a:ext uri="{FF2B5EF4-FFF2-40B4-BE49-F238E27FC236}">
                <a16:creationId xmlns:a16="http://schemas.microsoft.com/office/drawing/2014/main" id="{3F80BA42-D010-4AFE-9B0C-B20124E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 신발은 제 발에 잘 맞고 걸을 때 아주 편합니다. 파란색 색상과 모양도 정말 마음에 듭니다. 그래서 저는 매일 이 신발을 신고 밖으로 나갑니다.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2F40E-F3E2-452F-B707-D3A1D80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5-option-1">
            <a:extLst xmlns:a="http://schemas.openxmlformats.org/drawingml/2006/main">
              <a:ext uri="{FF2B5EF4-FFF2-40B4-BE49-F238E27FC236}">
                <a16:creationId xmlns:a16="http://schemas.microsoft.com/office/drawing/2014/main" id="{4C8D0E43-90D1-4BF9-8FE4-AAC9A28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매일 운동을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08D6F-D527-4881-9BAD-F6D54B1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5-option-2">
            <a:extLst xmlns:a="http://schemas.openxmlformats.org/drawingml/2006/main">
              <a:ext uri="{FF2B5EF4-FFF2-40B4-BE49-F238E27FC236}">
                <a16:creationId xmlns:a16="http://schemas.microsoft.com/office/drawing/2014/main" id="{6153F925-F728-4C83-AC6A-8F1E1C5E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 신발은 아주 마음에 듭니다.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3F867-A76F-416F-8FEB-9B664623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5-option-3">
            <a:extLst xmlns:a="http://schemas.openxmlformats.org/drawingml/2006/main">
              <a:ext uri="{FF2B5EF4-FFF2-40B4-BE49-F238E27FC236}">
                <a16:creationId xmlns:a16="http://schemas.microsoft.com/office/drawing/2014/main" id="{4444F067-9F03-4A27-9FBF-418D56B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새 신발을 사고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13A81-2CAF-49C8-88A5-A0BE11C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5-option-4">
            <a:extLst xmlns:a="http://schemas.openxmlformats.org/drawingml/2006/main">
              <a:ext uri="{FF2B5EF4-FFF2-40B4-BE49-F238E27FC236}">
                <a16:creationId xmlns:a16="http://schemas.microsoft.com/office/drawing/2014/main" id="{9B624BFB-0F67-4AB1-B650-BF57F3A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 신발은 가격이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D04798C-75D5-40DE-98F5-369C3BE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0CD478B-0AE2-4D3E-A552-EC32E50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8101725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84CB3-7A33-4B0B-8692-13719503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1-number">
            <a:extLst xmlns:a="http://schemas.openxmlformats.org/drawingml/2006/main">
              <a:ext uri="{FF2B5EF4-FFF2-40B4-BE49-F238E27FC236}">
                <a16:creationId xmlns:a16="http://schemas.microsoft.com/office/drawing/2014/main" id="{D848B10F-F59A-4527-AA5C-B8CA215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2_l1-category">
            <a:extLst xmlns:a="http://schemas.openxmlformats.org/drawingml/2006/main">
              <a:ext uri="{FF2B5EF4-FFF2-40B4-BE49-F238E27FC236}">
                <a16:creationId xmlns:a16="http://schemas.microsoft.com/office/drawing/2014/main" id="{F3538D2A-6C8D-42CA-90B8-AA69FBA5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1-text">
            <a:extLst xmlns:a="http://schemas.openxmlformats.org/drawingml/2006/main">
              <a:ext uri="{FF2B5EF4-FFF2-40B4-BE49-F238E27FC236}">
                <a16:creationId xmlns:a16="http://schemas.microsoft.com/office/drawing/2014/main" id="{9C2F9841-2474-41C1-AB53-03CBA65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BD8F4-2755-4447-9701-59DFF45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1-option-1">
            <a:extLst xmlns:a="http://schemas.openxmlformats.org/drawingml/2006/main">
              <a:ext uri="{FF2B5EF4-FFF2-40B4-BE49-F238E27FC236}">
                <a16:creationId xmlns:a16="http://schemas.microsoft.com/office/drawing/2014/main" id="{68BE5875-09B2-45DD-8CBA-0BB7C35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반갑습니다. 저는 이수진입니다.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5B08E-55A5-454E-BFDC-2FD33AB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1-option-2">
            <a:extLst xmlns:a="http://schemas.openxmlformats.org/drawingml/2006/main">
              <a:ext uri="{FF2B5EF4-FFF2-40B4-BE49-F238E27FC236}">
                <a16:creationId xmlns:a16="http://schemas.microsoft.com/office/drawing/2014/main" id="{BB64B294-3F04-43AB-B678-4899E438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5DFF4-1502-4EBF-9021-7D2FAEE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1-option-3">
            <a:extLst xmlns:a="http://schemas.openxmlformats.org/drawingml/2006/main">
              <a:ext uri="{FF2B5EF4-FFF2-40B4-BE49-F238E27FC236}">
                <a16:creationId xmlns:a16="http://schemas.microsoft.com/office/drawing/2014/main" id="{EE874C1C-0053-49CD-A794-3C54BB9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미안합니다. 괜찮습니다.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D65A-90F0-4574-9624-02094A2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1-option-4">
            <a:extLst xmlns:a="http://schemas.openxmlformats.org/drawingml/2006/main">
              <a:ext uri="{FF2B5EF4-FFF2-40B4-BE49-F238E27FC236}">
                <a16:creationId xmlns:a16="http://schemas.microsoft.com/office/drawing/2014/main" id="{2CE45988-92BB-4284-8DC9-73885DA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축하합니다. 고맙습니다.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9F52557-5032-4B44-9D8C-4CA5CB3A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D9F2A4-87ED-4214-8E66-9F6AF354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2159283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2AB01-6D76-4AD3-ACAE-880B3C9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2-number">
            <a:extLst xmlns:a="http://schemas.openxmlformats.org/drawingml/2006/main">
              <a:ext uri="{FF2B5EF4-FFF2-40B4-BE49-F238E27FC236}">
                <a16:creationId xmlns:a16="http://schemas.microsoft.com/office/drawing/2014/main" id="{2D966E6D-C420-422D-A8D7-D7349C8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2_l2-category">
            <a:extLst xmlns:a="http://schemas.openxmlformats.org/drawingml/2006/main">
              <a:ext uri="{FF2B5EF4-FFF2-40B4-BE49-F238E27FC236}">
                <a16:creationId xmlns:a16="http://schemas.microsoft.com/office/drawing/2014/main" id="{61BDF821-482E-4903-9EB9-64B02FC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2-text">
            <a:extLst xmlns:a="http://schemas.openxmlformats.org/drawingml/2006/main">
              <a:ext uri="{FF2B5EF4-FFF2-40B4-BE49-F238E27FC236}">
                <a16:creationId xmlns:a16="http://schemas.microsoft.com/office/drawing/2014/main" id="{A9F0A221-48C2-49D2-B02D-956166C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BE0C1-4009-48FA-9F93-7012C2D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2-option-1">
            <a:extLst xmlns:a="http://schemas.openxmlformats.org/drawingml/2006/main">
              <a:ext uri="{FF2B5EF4-FFF2-40B4-BE49-F238E27FC236}">
                <a16:creationId xmlns:a16="http://schemas.microsoft.com/office/drawing/2014/main" id="{F2AC9129-3276-481A-8019-96DF7175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컴퓨터 수리를 완전히 끝냈습니다.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C5A3-A5B3-44BB-AF2B-05A987B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2-option-2">
            <a:extLst xmlns:a="http://schemas.openxmlformats.org/drawingml/2006/main">
              <a:ext uri="{FF2B5EF4-FFF2-40B4-BE49-F238E27FC236}">
                <a16:creationId xmlns:a16="http://schemas.microsoft.com/office/drawing/2014/main" id="{013F50F9-C158-4ED7-B48B-9A5CE93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여자가 직접 도구를 들고 컴퓨터를 고치고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E635-B858-4205-94D0-847C7EA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2-option-3">
            <a:extLst xmlns:a="http://schemas.openxmlformats.org/drawingml/2006/main">
              <a:ext uri="{FF2B5EF4-FFF2-40B4-BE49-F238E27FC236}">
                <a16:creationId xmlns:a16="http://schemas.microsoft.com/office/drawing/2014/main" id="{F7AFAF15-44A8-472A-B0CD-290B31D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지금 현재 컴퓨터를 고치고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28A31-0546-42F3-B658-132FAB50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2-option-4">
            <a:extLst xmlns:a="http://schemas.openxmlformats.org/drawingml/2006/main">
              <a:ext uri="{FF2B5EF4-FFF2-40B4-BE49-F238E27FC236}">
                <a16:creationId xmlns:a16="http://schemas.microsoft.com/office/drawing/2014/main" id="{B85E0756-1C50-4C43-A084-48B4102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매장에 가서 컴퓨터를 새로 살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5F00FD-676D-4CDA-9040-FFEB76D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43EEAC-A40A-4D4E-ACB4-FFDD718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7/13</a:t>
            </a:r>
          </a:p>
        </p:txBody>
      </p:sp>
    </p:spTree>
    <p:extLst>
      <p:ext uri="{BB962C8B-B14F-4D97-AF65-F5344CB8AC3E}">
        <p14:creationId xmlns:p14="http://schemas.microsoft.com/office/powerpoint/2010/main" val="78341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5B80D-25DB-497E-96B7-5BF90DB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3-number">
            <a:extLst xmlns:a="http://schemas.openxmlformats.org/drawingml/2006/main">
              <a:ext uri="{FF2B5EF4-FFF2-40B4-BE49-F238E27FC236}">
                <a16:creationId xmlns:a16="http://schemas.microsoft.com/office/drawing/2014/main" id="{FD4DA213-EFAD-40AC-B557-50945E3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2_l3-category">
            <a:extLst xmlns:a="http://schemas.openxmlformats.org/drawingml/2006/main">
              <a:ext uri="{FF2B5EF4-FFF2-40B4-BE49-F238E27FC236}">
                <a16:creationId xmlns:a16="http://schemas.microsoft.com/office/drawing/2014/main" id="{03DD7DA4-06F8-4EB1-BB62-221BF936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3-text">
            <a:extLst xmlns:a="http://schemas.openxmlformats.org/drawingml/2006/main">
              <a:ext uri="{FF2B5EF4-FFF2-40B4-BE49-F238E27FC236}">
                <a16:creationId xmlns:a16="http://schemas.microsoft.com/office/drawing/2014/main" id="{ACC0ED78-2AD2-4304-BB85-DD0825F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4345-0BA7-4D3F-8B92-153C41E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3-option-1">
            <a:extLst xmlns:a="http://schemas.openxmlformats.org/drawingml/2006/main">
              <a:ext uri="{FF2B5EF4-FFF2-40B4-BE49-F238E27FC236}">
                <a16:creationId xmlns:a16="http://schemas.microsoft.com/office/drawing/2014/main" id="{E4B07814-D446-4057-B2BD-D4FA974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정말 고마워요. 마음에 들어요.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9C618-97B2-4A15-A6D6-1415648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3-option-2">
            <a:extLst xmlns:a="http://schemas.openxmlformats.org/drawingml/2006/main">
              <a:ext uri="{FF2B5EF4-FFF2-40B4-BE49-F238E27FC236}">
                <a16:creationId xmlns:a16="http://schemas.microsoft.com/office/drawing/2014/main" id="{46AF5A12-1CE2-440E-91E3-326BBBC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CC3AE-3EFC-4E12-90A1-7BDF4E95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3-option-3">
            <a:extLst xmlns:a="http://schemas.openxmlformats.org/drawingml/2006/main">
              <a:ext uri="{FF2B5EF4-FFF2-40B4-BE49-F238E27FC236}">
                <a16:creationId xmlns:a16="http://schemas.microsoft.com/office/drawing/2014/main" id="{E3AA89C4-67A5-4705-8BC9-DBF73C7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죄송합니다. 늦었습니다.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B8F2-F669-464B-BCE2-02580C4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3-option-4">
            <a:extLst xmlns:a="http://schemas.openxmlformats.org/drawingml/2006/main">
              <a:ext uri="{FF2B5EF4-FFF2-40B4-BE49-F238E27FC236}">
                <a16:creationId xmlns:a16="http://schemas.microsoft.com/office/drawing/2014/main" id="{93781504-9F8E-4BCE-B9B9-4428B6F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선물이 없어요.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B08CB32-B2EC-4ADD-821C-85A0BFB9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C58DB5E-8DF4-48D3-A388-6524B9A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3827185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DFCB3-BB83-44DF-B6BD-252EB16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4-number">
            <a:extLst xmlns:a="http://schemas.openxmlformats.org/drawingml/2006/main">
              <a:ext uri="{FF2B5EF4-FFF2-40B4-BE49-F238E27FC236}">
                <a16:creationId xmlns:a16="http://schemas.microsoft.com/office/drawing/2014/main" id="{548A4888-9D4E-4A1C-A609-BA84CF52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2_l4-category">
            <a:extLst xmlns:a="http://schemas.openxmlformats.org/drawingml/2006/main">
              <a:ext uri="{FF2B5EF4-FFF2-40B4-BE49-F238E27FC236}">
                <a16:creationId xmlns:a16="http://schemas.microsoft.com/office/drawing/2014/main" id="{C9D439E7-BFEA-4206-B3DC-29FB720C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4-text">
            <a:extLst xmlns:a="http://schemas.openxmlformats.org/drawingml/2006/main">
              <a:ext uri="{FF2B5EF4-FFF2-40B4-BE49-F238E27FC236}">
                <a16:creationId xmlns:a16="http://schemas.microsoft.com/office/drawing/2014/main" id="{093FE3A2-AC46-4517-B462-DDE3E9E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AA06D-B3BF-4B21-8C61-9899B55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4-option-1">
            <a:extLst xmlns:a="http://schemas.openxmlformats.org/drawingml/2006/main">
              <a:ext uri="{FF2B5EF4-FFF2-40B4-BE49-F238E27FC236}">
                <a16:creationId xmlns:a16="http://schemas.microsoft.com/office/drawing/2014/main" id="{0FC49CB4-316E-4BF1-A6EA-720074E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74EA9-08E5-4DE7-8D0F-0FF577F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4-option-2">
            <a:extLst xmlns:a="http://schemas.openxmlformats.org/drawingml/2006/main">
              <a:ext uri="{FF2B5EF4-FFF2-40B4-BE49-F238E27FC236}">
                <a16:creationId xmlns:a16="http://schemas.microsoft.com/office/drawing/2014/main" id="{86AC8CD5-2A50-489D-B444-C9ABC4C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과일 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A5078-373A-48A6-BDA7-59F6B61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4-option-3">
            <a:extLst xmlns:a="http://schemas.openxmlformats.org/drawingml/2006/main">
              <a:ext uri="{FF2B5EF4-FFF2-40B4-BE49-F238E27FC236}">
                <a16:creationId xmlns:a16="http://schemas.microsoft.com/office/drawing/2014/main" id="{11F00A98-3A9E-4187-B038-902EDAA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병원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917D1-A6C7-429B-85B7-0BBDB85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4-option-4">
            <a:extLst xmlns:a="http://schemas.openxmlformats.org/drawingml/2006/main">
              <a:ext uri="{FF2B5EF4-FFF2-40B4-BE49-F238E27FC236}">
                <a16:creationId xmlns:a16="http://schemas.microsoft.com/office/drawing/2014/main" id="{7B9866B3-5080-4B76-ADDE-C421D56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728471B-96D2-4282-98AE-0D547B1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49AECE-AAE7-4129-B147-D1ACAD7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9/13</a:t>
            </a:r>
          </a:p>
        </p:txBody>
      </p:sp>
    </p:spTree>
    <p:extLst>
      <p:ext uri="{BB962C8B-B14F-4D97-AF65-F5344CB8AC3E}">
        <p14:creationId xmlns:p14="http://schemas.microsoft.com/office/powerpoint/2010/main" val="12404298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FC343-C8FB-48EF-826B-4DFE277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5-number">
            <a:extLst xmlns:a="http://schemas.openxmlformats.org/drawingml/2006/main">
              <a:ext uri="{FF2B5EF4-FFF2-40B4-BE49-F238E27FC236}">
                <a16:creationId xmlns:a16="http://schemas.microsoft.com/office/drawing/2014/main" id="{3AFA65B4-6AEB-433C-B8A1-FC73E5A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2_l5-category">
            <a:extLst xmlns:a="http://schemas.openxmlformats.org/drawingml/2006/main">
              <a:ext uri="{FF2B5EF4-FFF2-40B4-BE49-F238E27FC236}">
                <a16:creationId xmlns:a16="http://schemas.microsoft.com/office/drawing/2014/main" id="{A17061F1-4CFD-4C5B-A705-064F722D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5-text">
            <a:extLst xmlns:a="http://schemas.openxmlformats.org/drawingml/2006/main">
              <a:ext uri="{FF2B5EF4-FFF2-40B4-BE49-F238E27FC236}">
                <a16:creationId xmlns:a16="http://schemas.microsoft.com/office/drawing/2014/main" id="{7FAE46D7-F12C-4952-A6EC-A32EF82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DA7AC-C787-4F85-9F81-4E990AE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5-option-1">
            <a:extLst xmlns:a="http://schemas.openxmlformats.org/drawingml/2006/main">
              <a:ext uri="{FF2B5EF4-FFF2-40B4-BE49-F238E27FC236}">
                <a16:creationId xmlns:a16="http://schemas.microsoft.com/office/drawing/2014/main" id="{B087FA2A-72B6-48A5-B997-0911248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지갑에 현금이 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152E1-5277-4ED5-81E4-BA64C40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5-option-2">
            <a:extLst xmlns:a="http://schemas.openxmlformats.org/drawingml/2006/main">
              <a:ext uri="{FF2B5EF4-FFF2-40B4-BE49-F238E27FC236}">
                <a16:creationId xmlns:a16="http://schemas.microsoft.com/office/drawing/2014/main" id="{0B91F97E-0041-43D5-AC6C-F49C3C6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지금 신용카드를 가지고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04C5-629C-4A00-92BA-CF6C394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5-option-3">
            <a:extLst xmlns:a="http://schemas.openxmlformats.org/drawingml/2006/main">
              <a:ext uri="{FF2B5EF4-FFF2-40B4-BE49-F238E27FC236}">
                <a16:creationId xmlns:a16="http://schemas.microsoft.com/office/drawing/2014/main" id="{A873FA4A-5E79-4DD0-9C67-C602A90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지갑을 찾으러 집에 갈 예정입니다.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AB7A1-9DCD-4BEE-B6A9-5110EF48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5-option-4">
            <a:extLst xmlns:a="http://schemas.openxmlformats.org/drawingml/2006/main">
              <a:ext uri="{FF2B5EF4-FFF2-40B4-BE49-F238E27FC236}">
                <a16:creationId xmlns:a16="http://schemas.microsoft.com/office/drawing/2014/main" id="{56839235-D3A5-49E6-BC35-216967AB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여자가 남자에게 지갑을 선물해 줄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5D3E137-9A69-431B-A560-31A3316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D8BD52-D824-48E8-8441-114EC7C1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7343034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297D7-29EF-4902-92F0-353951C6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6-number">
            <a:extLst xmlns:a="http://schemas.openxmlformats.org/drawingml/2006/main">
              <a:ext uri="{FF2B5EF4-FFF2-40B4-BE49-F238E27FC236}">
                <a16:creationId xmlns:a16="http://schemas.microsoft.com/office/drawing/2014/main" id="{7D0870D8-720D-4997-A70C-1A03B22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2_r6-category">
            <a:extLst xmlns:a="http://schemas.openxmlformats.org/drawingml/2006/main">
              <a:ext uri="{FF2B5EF4-FFF2-40B4-BE49-F238E27FC236}">
                <a16:creationId xmlns:a16="http://schemas.microsoft.com/office/drawing/2014/main" id="{5C22BDEA-A7E5-449F-93D3-23F715F2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6-text">
            <a:extLst xmlns:a="http://schemas.openxmlformats.org/drawingml/2006/main">
              <a:ext uri="{FF2B5EF4-FFF2-40B4-BE49-F238E27FC236}">
                <a16:creationId xmlns:a16="http://schemas.microsoft.com/office/drawing/2014/main" id="{CA4EDC20-2FF2-4937-9C73-B04E62B0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광고의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CF839-2177-4A9F-BF27-3578F17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6-passage">
            <a:extLst xmlns:a="http://schemas.openxmlformats.org/drawingml/2006/main">
              <a:ext uri="{FF2B5EF4-FFF2-40B4-BE49-F238E27FC236}">
                <a16:creationId xmlns:a16="http://schemas.microsoft.com/office/drawing/2014/main" id="{95E299AB-6B74-4F0D-8B1E-24EA2C06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[여름 신발 할인]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운동화 30,000원 → 20,000원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이번 주 일요일까지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F411F-E79D-40C8-BC0F-A39C2372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6-option-1">
            <a:extLst xmlns:a="http://schemas.openxmlformats.org/drawingml/2006/main">
              <a:ext uri="{FF2B5EF4-FFF2-40B4-BE49-F238E27FC236}">
                <a16:creationId xmlns:a16="http://schemas.microsoft.com/office/drawing/2014/main" id="{73B3B226-106E-45A2-8754-CB792F0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운동화는 삼만 원입니다.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E18D0-12E8-4590-B494-8793375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6-option-2">
            <a:extLst xmlns:a="http://schemas.openxmlformats.org/drawingml/2006/main">
              <a:ext uri="{FF2B5EF4-FFF2-40B4-BE49-F238E27FC236}">
                <a16:creationId xmlns:a16="http://schemas.microsoft.com/office/drawing/2014/main" id="{E5033350-7782-4A40-B3ED-1AEF06B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할인은 다음 달까지입니다.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F97E5-3EC9-44DC-A3EB-B15F8A2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6-option-3">
            <a:extLst xmlns:a="http://schemas.openxmlformats.org/drawingml/2006/main">
              <a:ext uri="{FF2B5EF4-FFF2-40B4-BE49-F238E27FC236}">
                <a16:creationId xmlns:a16="http://schemas.microsoft.com/office/drawing/2014/main" id="{C5A28A66-BCC2-4020-BF72-F9A95FA0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운동화를 이만 원에 살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E9358-8A0E-443C-9F8A-17DB355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6-option-4">
            <a:extLst xmlns:a="http://schemas.openxmlformats.org/drawingml/2006/main">
              <a:ext uri="{FF2B5EF4-FFF2-40B4-BE49-F238E27FC236}">
                <a16:creationId xmlns:a16="http://schemas.microsoft.com/office/drawing/2014/main" id="{3D21FE91-E5E9-44CF-9078-A22175F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일요일에는 가게가 쉽니다.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7F326A2-820E-44ED-9B78-1167DB8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49453C-D76D-40BE-9296-6D3E650B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13357969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D4198-9A5D-4F47-9BB6-ADE0C99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7-number">
            <a:extLst xmlns:a="http://schemas.openxmlformats.org/drawingml/2006/main">
              <a:ext uri="{FF2B5EF4-FFF2-40B4-BE49-F238E27FC236}">
                <a16:creationId xmlns:a16="http://schemas.microsoft.com/office/drawing/2014/main" id="{E9CF0C34-D242-4311-9D79-4CBBB7C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2_r7-category">
            <a:extLst xmlns:a="http://schemas.openxmlformats.org/drawingml/2006/main">
              <a:ext uri="{FF2B5EF4-FFF2-40B4-BE49-F238E27FC236}">
                <a16:creationId xmlns:a16="http://schemas.microsoft.com/office/drawing/2014/main" id="{87CE063A-279E-4C04-8B3C-D1A680D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7-text">
            <a:extLst xmlns:a="http://schemas.openxmlformats.org/drawingml/2006/main">
              <a:ext uri="{FF2B5EF4-FFF2-40B4-BE49-F238E27FC236}">
                <a16:creationId xmlns:a16="http://schemas.microsoft.com/office/drawing/2014/main" id="{FC5603B2-5BCD-4EA7-B2A6-A28A43AA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말을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3917A-C35A-451A-9A7E-AB64953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7-passage">
            <a:extLst xmlns:a="http://schemas.openxmlformats.org/drawingml/2006/main">
              <a:ext uri="{FF2B5EF4-FFF2-40B4-BE49-F238E27FC236}">
                <a16:creationId xmlns:a16="http://schemas.microsoft.com/office/drawing/2014/main" id="{A724E1DE-8EDC-4821-9097-5CB04DFF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카페에서 커피 두 (     )을 주문했습니다.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9E604-D6BD-4EBA-9EB5-633CA8C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7-option-1">
            <a:extLst xmlns:a="http://schemas.openxmlformats.org/drawingml/2006/main">
              <a:ext uri="{FF2B5EF4-FFF2-40B4-BE49-F238E27FC236}">
                <a16:creationId xmlns:a16="http://schemas.microsoft.com/office/drawing/2014/main" id="{9A81E0E0-E5A1-4B59-8AC8-21111E1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09352-2AE7-4C12-96A5-7B3A6E7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7-option-2">
            <a:extLst xmlns:a="http://schemas.openxmlformats.org/drawingml/2006/main">
              <a:ext uri="{FF2B5EF4-FFF2-40B4-BE49-F238E27FC236}">
                <a16:creationId xmlns:a16="http://schemas.microsoft.com/office/drawing/2014/main" id="{CDC21990-A706-4D4E-AD25-92DC207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0283B-3EF7-47A1-8980-DEE4AE1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7-option-3">
            <a:extLst xmlns:a="http://schemas.openxmlformats.org/drawingml/2006/main">
              <a:ext uri="{FF2B5EF4-FFF2-40B4-BE49-F238E27FC236}">
                <a16:creationId xmlns:a16="http://schemas.microsoft.com/office/drawing/2014/main" id="{E1B1CAE8-A99D-404D-9EAA-2BD9A01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켤레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089EB-A0CD-45DC-9E6F-E63C6EF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7-option-4">
            <a:extLst xmlns:a="http://schemas.openxmlformats.org/drawingml/2006/main">
              <a:ext uri="{FF2B5EF4-FFF2-40B4-BE49-F238E27FC236}">
                <a16:creationId xmlns:a16="http://schemas.microsoft.com/office/drawing/2014/main" id="{609121FD-DC80-4AA9-B4C0-B3FB883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장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B26BCD7-12F4-48AB-951F-10C70CD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7BCBCF-0BC8-45FA-9263-6500717F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8189707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9BBA-41AC-43A3-962C-1A0A869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6-number">
            <a:extLst xmlns:a="http://schemas.openxmlformats.org/drawingml/2006/main">
              <a:ext uri="{FF2B5EF4-FFF2-40B4-BE49-F238E27FC236}">
                <a16:creationId xmlns:a16="http://schemas.microsoft.com/office/drawing/2014/main" id="{24D3534F-65BB-4A2F-8BD3-5EABD52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2_l6-category">
            <a:extLst xmlns:a="http://schemas.openxmlformats.org/drawingml/2006/main">
              <a:ext uri="{FF2B5EF4-FFF2-40B4-BE49-F238E27FC236}">
                <a16:creationId xmlns:a16="http://schemas.microsoft.com/office/drawing/2014/main" id="{6C1E14E0-98DE-498A-B447-62D776A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2_l6-text">
            <a:extLst xmlns:a="http://schemas.openxmlformats.org/drawingml/2006/main">
              <a:ext uri="{FF2B5EF4-FFF2-40B4-BE49-F238E27FC236}">
                <a16:creationId xmlns:a16="http://schemas.microsoft.com/office/drawing/2014/main" id="{C04CB39E-025B-4C91-9387-42CD21E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할 행동으로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61324-CB10-42B1-879A-73C9EAE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6-option-1">
            <a:extLst xmlns:a="http://schemas.openxmlformats.org/drawingml/2006/main">
              <a:ext uri="{FF2B5EF4-FFF2-40B4-BE49-F238E27FC236}">
                <a16:creationId xmlns:a16="http://schemas.microsoft.com/office/drawing/2014/main" id="{B6923272-1973-46B9-B0AC-FE88A8F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신발값을 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9625A-0467-4651-8304-C37B08B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6-option-2">
            <a:extLst xmlns:a="http://schemas.openxmlformats.org/drawingml/2006/main">
              <a:ext uri="{FF2B5EF4-FFF2-40B4-BE49-F238E27FC236}">
                <a16:creationId xmlns:a16="http://schemas.microsoft.com/office/drawing/2014/main" id="{F340026F-3DD3-4399-BEE4-215C9C84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신발을 더 작은 것으로 바꿉니다.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7D57-2093-4414-A957-B571C4F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6-option-3">
            <a:extLst xmlns:a="http://schemas.openxmlformats.org/drawingml/2006/main">
              <a:ext uri="{FF2B5EF4-FFF2-40B4-BE49-F238E27FC236}">
                <a16:creationId xmlns:a16="http://schemas.microsoft.com/office/drawing/2014/main" id="{B0818D80-7A38-4234-804A-0ECE5A7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큰 사이즈 신발을 받습니다.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944BA-CF68-4F87-9517-9C7774D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6-option-4">
            <a:extLst xmlns:a="http://schemas.openxmlformats.org/drawingml/2006/main">
              <a:ext uri="{FF2B5EF4-FFF2-40B4-BE49-F238E27FC236}">
                <a16:creationId xmlns:a16="http://schemas.microsoft.com/office/drawing/2014/main" id="{8FD7218F-E275-4E05-AE01-AFD41ABF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신발을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55179BB-6E01-4194-AF3F-274D481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79D3D0-01F6-4964-BDBB-C25D0276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1669096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3-kicker">
            <a:extLst xmlns:a="http://schemas.openxmlformats.org/drawingml/2006/main">
              <a:ext uri="{FF2B5EF4-FFF2-40B4-BE49-F238E27FC236}">
                <a16:creationId xmlns:a16="http://schemas.microsoft.com/office/drawing/2014/main" id="{86F29007-5818-4E22-95D5-6A9BCE0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03</a:t>
            </a:r>
          </a:p>
        </p:txBody>
      </p:sp>
      <p:sp>
        <p:nvSpPr>
          <p:cNvPr id="2" name="session-3-title">
            <a:extLst xmlns:a="http://schemas.openxmlformats.org/drawingml/2006/main">
              <a:ext uri="{FF2B5EF4-FFF2-40B4-BE49-F238E27FC236}">
                <a16:creationId xmlns:a16="http://schemas.microsoft.com/office/drawing/2014/main" id="{3DB96BBD-DCB1-4B7F-A559-6BAA5B1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3회차: 시간, 상태, 그리고 미래 계획</a:t>
            </a:r>
          </a:p>
        </p:txBody>
      </p:sp>
      <p:sp>
        <p:nvSpPr>
          <p:cNvPr id="3" name="session-3-subtitle">
            <a:extLst xmlns:a="http://schemas.openxmlformats.org/drawingml/2006/main">
              <a:ext uri="{FF2B5EF4-FFF2-40B4-BE49-F238E27FC236}">
                <a16:creationId xmlns:a16="http://schemas.microsoft.com/office/drawing/2014/main" id="{3AAC0AE2-7849-43ED-B07E-61586CD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일정 및 약속 잡기! 날씨, 시간 관련 어휘와 미래 시제 문법을 연습합니다.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D029C-383C-466C-A19E-58F6C31C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3-count">
            <a:extLst xmlns:a="http://schemas.openxmlformats.org/drawingml/2006/main">
              <a:ext uri="{FF2B5EF4-FFF2-40B4-BE49-F238E27FC236}">
                <a16:creationId xmlns:a16="http://schemas.microsoft.com/office/drawing/2014/main" id="{64107329-D885-4B31-A52D-680DF080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DB4BFC3-B036-43FE-B0CF-B6F2D78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F604DC-80CE-410A-8EE8-2475FDB7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시작</a:t>
            </a:r>
          </a:p>
        </p:txBody>
      </p:sp>
    </p:spTree>
    <p:extLst>
      <p:ext uri="{BB962C8B-B14F-4D97-AF65-F5344CB8AC3E}">
        <p14:creationId xmlns:p14="http://schemas.microsoft.com/office/powerpoint/2010/main" val="13770897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1단계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핵심 어휘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시간·상태·미래 계획을 나타내는 핵심 어휘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시간 순서와 몸 상태, 앞으로 할 일을 나타내는 단어를 익힌 뒤 일정과 계획을 말해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시간: 오늘 · 내일 · 주말 · 오전/오후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상태: 아프다 · 피곤하다 · 바쁘다 · 맑다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계획: 쉬다 · 약속하다 · 생각하다 · 사오다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확인: 언제 어디에서 무엇을 할 거예요?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2단계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준비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시간·일정 명사와 계획 표현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어제·오늘·내일의 시간축을 만들고, 일정의 시간과 장소를 한 쌍으로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 명사: 주말/평일 · 약속/일정 · 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시간·장소: 에 · 에서 · 부터/까지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계획: -(으)ㄹ 거예요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희망: -고 싶어요 — 자전거를 타고 싶어요.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2단계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66F3A-2BB6-4666-8F2B-7CA815A3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1-number">
            <a:extLst xmlns:a="http://schemas.openxmlformats.org/drawingml/2006/main">
              <a:ext uri="{FF2B5EF4-FFF2-40B4-BE49-F238E27FC236}">
                <a16:creationId xmlns:a16="http://schemas.microsoft.com/office/drawing/2014/main" id="{9C48993B-A630-4E99-812B-A284F9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3_r1-category">
            <a:extLst xmlns:a="http://schemas.openxmlformats.org/drawingml/2006/main">
              <a:ext uri="{FF2B5EF4-FFF2-40B4-BE49-F238E27FC236}">
                <a16:creationId xmlns:a16="http://schemas.microsoft.com/office/drawing/2014/main" id="{A0FB0E5A-A8AC-43E3-A552-8D53EA6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1-text">
            <a:extLst xmlns:a="http://schemas.openxmlformats.org/drawingml/2006/main">
              <a:ext uri="{FF2B5EF4-FFF2-40B4-BE49-F238E27FC236}">
                <a16:creationId xmlns:a16="http://schemas.microsoft.com/office/drawing/2014/main" id="{D9C90283-9C41-4451-9CF0-5785BAD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중심 생각(주제)으로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E9365-FFFC-4F67-862A-6EE615E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1-passage">
            <a:extLst xmlns:a="http://schemas.openxmlformats.org/drawingml/2006/main">
              <a:ext uri="{FF2B5EF4-FFF2-40B4-BE49-F238E27FC236}">
                <a16:creationId xmlns:a16="http://schemas.microsoft.com/office/drawing/2014/main" id="{BDA7E727-E5EC-42B1-AC5B-22763F6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어제 자전거를 새로 샀습니다. 자전거를 타는 것이 아주 재미있습니다. 빨리 주말이 와서 근처 공원에서 자전거를 타고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3BBF4-4DBB-476F-B3F2-E3888C6A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1-option-1">
            <a:extLst xmlns:a="http://schemas.openxmlformats.org/drawingml/2006/main">
              <a:ext uri="{FF2B5EF4-FFF2-40B4-BE49-F238E27FC236}">
                <a16:creationId xmlns:a16="http://schemas.microsoft.com/office/drawing/2014/main" id="{13BA3E7D-1F23-429B-A833-6112336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자전거를 타고 출근합니다.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4ED57-C2FE-48AE-A205-2B0DB58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1-option-2">
            <a:extLst xmlns:a="http://schemas.openxmlformats.org/drawingml/2006/main">
              <a:ext uri="{FF2B5EF4-FFF2-40B4-BE49-F238E27FC236}">
                <a16:creationId xmlns:a16="http://schemas.microsoft.com/office/drawing/2014/main" id="{43864DDD-2349-4E34-BB9A-B7AE0C9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자전거를 사고 싶습니다.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022AD-9E16-448E-A90D-4532C1A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1-option-3">
            <a:extLst xmlns:a="http://schemas.openxmlformats.org/drawingml/2006/main">
              <a:ext uri="{FF2B5EF4-FFF2-40B4-BE49-F238E27FC236}">
                <a16:creationId xmlns:a16="http://schemas.microsoft.com/office/drawing/2014/main" id="{C41A1C73-E9FF-424E-9098-964B7A2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자전거 타는 것이 즐겁습니다.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182BA-7605-4EEF-8182-2FF1D96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1-option-4">
            <a:extLst xmlns:a="http://schemas.openxmlformats.org/drawingml/2006/main">
              <a:ext uri="{FF2B5EF4-FFF2-40B4-BE49-F238E27FC236}">
                <a16:creationId xmlns:a16="http://schemas.microsoft.com/office/drawing/2014/main" id="{22998798-B745-48B3-97E4-A9667574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너무 바쁩니다.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683DFE8-AAB9-4A2E-A0AD-1919812B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731600-D3C1-4C2D-91BF-CA57456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1/13</a:t>
            </a:r>
          </a:p>
        </p:txBody>
      </p:sp>
    </p:spTree>
    <p:extLst>
      <p:ext uri="{BB962C8B-B14F-4D97-AF65-F5344CB8AC3E}">
        <p14:creationId xmlns:p14="http://schemas.microsoft.com/office/powerpoint/2010/main" val="2908992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A4995-FD6E-478D-846B-25972C74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2-number">
            <a:extLst xmlns:a="http://schemas.openxmlformats.org/drawingml/2006/main">
              <a:ext uri="{FF2B5EF4-FFF2-40B4-BE49-F238E27FC236}">
                <a16:creationId xmlns:a16="http://schemas.microsoft.com/office/drawing/2014/main" id="{4F1212E4-3DFA-43DD-B73D-054D7EE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3_r2-category">
            <a:extLst xmlns:a="http://schemas.openxmlformats.org/drawingml/2006/main">
              <a:ext uri="{FF2B5EF4-FFF2-40B4-BE49-F238E27FC236}">
                <a16:creationId xmlns:a16="http://schemas.microsoft.com/office/drawing/2014/main" id="{4F79980F-5029-449C-9BF5-B4DF8283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2-text">
            <a:extLst xmlns:a="http://schemas.openxmlformats.org/drawingml/2006/main">
              <a:ext uri="{FF2B5EF4-FFF2-40B4-BE49-F238E27FC236}">
                <a16:creationId xmlns:a16="http://schemas.microsoft.com/office/drawing/2014/main" id="{D2A036E0-FE4C-4CBE-8D67-17D142D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내용과 같은 것(일치하는 것)을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18D4A-3BF7-4A70-8F99-E5B1E276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2-passage">
            <a:extLst xmlns:a="http://schemas.openxmlformats.org/drawingml/2006/main">
              <a:ext uri="{FF2B5EF4-FFF2-40B4-BE49-F238E27FC236}">
                <a16:creationId xmlns:a16="http://schemas.microsoft.com/office/drawing/2014/main" id="{7DA3E31F-35AB-454C-8784-81FF013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동네는 공기가 맑고 아주 조용합니다. 근처에 큰 산이 있어서 등산을 하기에 매우 좋습니다. 그래서 주말에는 다른 동네 사람들도 우리 동네 산에 많이 찾아옵니다.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09B7-5ECC-4425-8AAF-737179D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2-option-1">
            <a:extLst xmlns:a="http://schemas.openxmlformats.org/drawingml/2006/main">
              <a:ext uri="{FF2B5EF4-FFF2-40B4-BE49-F238E27FC236}">
                <a16:creationId xmlns:a16="http://schemas.microsoft.com/office/drawing/2014/main" id="{B8AACFB9-0B4E-4DEF-BE38-030700C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우리 동네는 사람들이 많아 시끄럽습니다.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5135A-7C82-433E-BA30-D00A495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2-option-2">
            <a:extLst xmlns:a="http://schemas.openxmlformats.org/drawingml/2006/main">
              <a:ext uri="{FF2B5EF4-FFF2-40B4-BE49-F238E27FC236}">
                <a16:creationId xmlns:a16="http://schemas.microsoft.com/office/drawing/2014/main" id="{65D4A691-0254-417D-B29F-2D818AE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우리 동네 주변에는 산이 전혀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870BD-1370-4210-BB49-4C01C3C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2-option-3">
            <a:extLst xmlns:a="http://schemas.openxmlformats.org/drawingml/2006/main">
              <a:ext uri="{FF2B5EF4-FFF2-40B4-BE49-F238E27FC236}">
                <a16:creationId xmlns:a16="http://schemas.microsoft.com/office/drawing/2014/main" id="{520EAB6E-2898-4E11-9CE8-7D9AFA5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주말에 사람들이 우리 동네 산에 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25A49-CF10-4EBA-84C8-288A4E1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2-option-4">
            <a:extLst xmlns:a="http://schemas.openxmlformats.org/drawingml/2006/main">
              <a:ext uri="{FF2B5EF4-FFF2-40B4-BE49-F238E27FC236}">
                <a16:creationId xmlns:a16="http://schemas.microsoft.com/office/drawing/2014/main" id="{1863CE71-67C3-4B2F-B395-7856E0E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등산을 하러 다른 동네로 갑니다.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E74F9DF-0349-425A-AA7E-EFBC240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181F5B-A764-4BD1-B937-91BB292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2/13</a:t>
            </a:r>
          </a:p>
        </p:txBody>
      </p:sp>
    </p:spTree>
    <p:extLst>
      <p:ext uri="{BB962C8B-B14F-4D97-AF65-F5344CB8AC3E}">
        <p14:creationId xmlns:p14="http://schemas.microsoft.com/office/powerpoint/2010/main" val="566895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0F4BD-2775-47C1-BB94-86214F2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3-number">
            <a:extLst xmlns:a="http://schemas.openxmlformats.org/drawingml/2006/main">
              <a:ext uri="{FF2B5EF4-FFF2-40B4-BE49-F238E27FC236}">
                <a16:creationId xmlns:a16="http://schemas.microsoft.com/office/drawing/2014/main" id="{819FE6A3-7AB1-49E6-8F11-2070DF3C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3_r3-category">
            <a:extLst xmlns:a="http://schemas.openxmlformats.org/drawingml/2006/main">
              <a:ext uri="{FF2B5EF4-FFF2-40B4-BE49-F238E27FC236}">
                <a16:creationId xmlns:a16="http://schemas.microsoft.com/office/drawing/2014/main" id="{966812D3-5328-46FC-B9F4-9E07F9C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3-text">
            <a:extLst xmlns:a="http://schemas.openxmlformats.org/drawingml/2006/main">
              <a:ext uri="{FF2B5EF4-FFF2-40B4-BE49-F238E27FC236}">
                <a16:creationId xmlns:a16="http://schemas.microsoft.com/office/drawing/2014/main" id="{F3B91C0F-8B15-46A8-BCF2-E91C4A0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상황에 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60f2cb2ac448e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65CC-02BE-4E82-AC50-E8884C9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r3-option-1">
            <a:extLst xmlns:a="http://schemas.openxmlformats.org/drawingml/2006/main">
              <a:ext uri="{FF2B5EF4-FFF2-40B4-BE49-F238E27FC236}">
                <a16:creationId xmlns:a16="http://schemas.microsoft.com/office/drawing/2014/main" id="{9ADA3799-8376-4D93-B2A3-B2008E3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학교에서 수업을 듣습니다.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1AD0B-01A8-4942-9CFA-F3C8653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r3-option-2">
            <a:extLst xmlns:a="http://schemas.openxmlformats.org/drawingml/2006/main">
              <a:ext uri="{FF2B5EF4-FFF2-40B4-BE49-F238E27FC236}">
                <a16:creationId xmlns:a16="http://schemas.microsoft.com/office/drawing/2014/main" id="{CD9DFE5C-40EB-4F5D-80F2-80869F6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영화관에서 팝콘을 먹습니다.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9430A-F1A9-4627-8A56-84FCF48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r3-option-3">
            <a:extLst xmlns:a="http://schemas.openxmlformats.org/drawingml/2006/main">
              <a:ext uri="{FF2B5EF4-FFF2-40B4-BE49-F238E27FC236}">
                <a16:creationId xmlns:a16="http://schemas.microsoft.com/office/drawing/2014/main" id="{15BD4CB6-46EE-4A14-AD3C-F801D7D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병원에서 진료를 대기합니다.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15F6C-E632-4B18-9B81-F4B5C4A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r3-option-4">
            <a:extLst xmlns:a="http://schemas.openxmlformats.org/drawingml/2006/main">
              <a:ext uri="{FF2B5EF4-FFF2-40B4-BE49-F238E27FC236}">
                <a16:creationId xmlns:a16="http://schemas.microsoft.com/office/drawing/2014/main" id="{89E6BBEB-2A3F-4EEB-B5A4-089A039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은행에서 카드를 만듭니다.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BA4D7E5-BEEB-4686-A690-4AC709C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06E97B-9520-48FE-B03D-B966CE2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3/13</a:t>
            </a:r>
          </a:p>
        </p:txBody>
      </p:sp>
    </p:spTree>
    <p:extLst>
      <p:ext uri="{BB962C8B-B14F-4D97-AF65-F5344CB8AC3E}">
        <p14:creationId xmlns:p14="http://schemas.microsoft.com/office/powerpoint/2010/main" val="6283190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7258F-213A-4D23-8C58-9256B61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4-number">
            <a:extLst xmlns:a="http://schemas.openxmlformats.org/drawingml/2006/main">
              <a:ext uri="{FF2B5EF4-FFF2-40B4-BE49-F238E27FC236}">
                <a16:creationId xmlns:a16="http://schemas.microsoft.com/office/drawing/2014/main" id="{ED4D1608-394D-4E01-A9E5-1CFF7E3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3_r4-category">
            <a:extLst xmlns:a="http://schemas.openxmlformats.org/drawingml/2006/main">
              <a:ext uri="{FF2B5EF4-FFF2-40B4-BE49-F238E27FC236}">
                <a16:creationId xmlns:a16="http://schemas.microsoft.com/office/drawing/2014/main" id="{A454622F-26C3-4769-8946-C619E32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4-text">
            <a:extLst xmlns:a="http://schemas.openxmlformats.org/drawingml/2006/main">
              <a:ext uri="{FF2B5EF4-FFF2-40B4-BE49-F238E27FC236}">
                <a16:creationId xmlns:a16="http://schemas.microsoft.com/office/drawing/2014/main" id="{6B5FBBCD-8E7A-458D-888D-DE61BD3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문법 표현으로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46C4-5633-4A7C-82E6-00FC5E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4-passage">
            <a:extLst xmlns:a="http://schemas.openxmlformats.org/drawingml/2006/main">
              <a:ext uri="{FF2B5EF4-FFF2-40B4-BE49-F238E27FC236}">
                <a16:creationId xmlns:a16="http://schemas.microsoft.com/office/drawing/2014/main" id="{7BA04B9D-CDBF-4C41-B21A-9F9A76C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내일은 즐거운 주말(         ) 회사에 출근하지 않고 집에서 푹 쉴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A5022-892D-4DEF-9B22-C3302F5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4-option-1">
            <a:extLst xmlns:a="http://schemas.openxmlformats.org/drawingml/2006/main">
              <a:ext uri="{FF2B5EF4-FFF2-40B4-BE49-F238E27FC236}">
                <a16:creationId xmlns:a16="http://schemas.microsoft.com/office/drawing/2014/main" id="{145501AC-DBCE-4B63-B3F1-BF52AAE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이어서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3A4C4-72ED-4910-928A-A94DA0C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4-option-2">
            <a:extLst xmlns:a="http://schemas.openxmlformats.org/drawingml/2006/main">
              <a:ext uri="{FF2B5EF4-FFF2-40B4-BE49-F238E27FC236}">
                <a16:creationId xmlns:a16="http://schemas.microsoft.com/office/drawing/2014/main" id="{FAC1F4AC-4DA7-4D33-8804-FEC7A09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이라서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860AA-A83B-46B6-AD20-B4666207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4-option-3">
            <a:extLst xmlns:a="http://schemas.openxmlformats.org/drawingml/2006/main">
              <a:ext uri="{FF2B5EF4-FFF2-40B4-BE49-F238E27FC236}">
                <a16:creationId xmlns:a16="http://schemas.microsoft.com/office/drawing/2014/main" id="{4160C5B5-4E52-44B1-AAFC-ECC17083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이거나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8D30E-E707-46C7-BFF7-F818D2E1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4-option-4">
            <a:extLst xmlns:a="http://schemas.openxmlformats.org/drawingml/2006/main">
              <a:ext uri="{FF2B5EF4-FFF2-40B4-BE49-F238E27FC236}">
                <a16:creationId xmlns:a16="http://schemas.microsoft.com/office/drawing/2014/main" id="{AFA65E4A-15D9-4F5F-BF7D-3DEF187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이지만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17FAA01-A502-4A77-AFEB-AF98516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2037FBE-C24B-4F54-A607-DEEF45A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4/13</a:t>
            </a:r>
          </a:p>
        </p:txBody>
      </p:sp>
    </p:spTree>
    <p:extLst>
      <p:ext uri="{BB962C8B-B14F-4D97-AF65-F5344CB8AC3E}">
        <p14:creationId xmlns:p14="http://schemas.microsoft.com/office/powerpoint/2010/main" val="5600929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5A7F7-C42D-47E0-807E-08D6768D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5-number">
            <a:extLst xmlns:a="http://schemas.openxmlformats.org/drawingml/2006/main">
              <a:ext uri="{FF2B5EF4-FFF2-40B4-BE49-F238E27FC236}">
                <a16:creationId xmlns:a16="http://schemas.microsoft.com/office/drawing/2014/main" id="{CE1C3749-FBAD-4E74-A279-8FDA065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3_r5-category">
            <a:extLst xmlns:a="http://schemas.openxmlformats.org/drawingml/2006/main">
              <a:ext uri="{FF2B5EF4-FFF2-40B4-BE49-F238E27FC236}">
                <a16:creationId xmlns:a16="http://schemas.microsoft.com/office/drawing/2014/main" id="{049C2852-71B9-4927-8EFF-E2A4CD9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5-text">
            <a:extLst xmlns:a="http://schemas.openxmlformats.org/drawingml/2006/main">
              <a:ext uri="{FF2B5EF4-FFF2-40B4-BE49-F238E27FC236}">
                <a16:creationId xmlns:a16="http://schemas.microsoft.com/office/drawing/2014/main" id="{F702CE5C-73E2-4B5C-90F5-11CCBBA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내용과 일치하는 것(같은 것)을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92EBA-34C6-4374-9772-DEC818D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5-passage">
            <a:extLst xmlns:a="http://schemas.openxmlformats.org/drawingml/2006/main">
              <a:ext uri="{FF2B5EF4-FFF2-40B4-BE49-F238E27FC236}">
                <a16:creationId xmlns:a16="http://schemas.microsoft.com/office/drawing/2014/main" id="{6C452D24-9FE1-4564-A665-40A57CDF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동네에는 아주 크고 예쁜 카페가 있습니다. 커피 맛도 정말 훌륭하고 조용합니다. 저는 오늘 오후에 그 카페에 가서 커피를 마시며 재미있는 소설책을 읽을 계획입니다.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6B3B-95EC-44B4-811A-4DA8D98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5-option-1">
            <a:extLst xmlns:a="http://schemas.openxmlformats.org/drawingml/2006/main">
              <a:ext uri="{FF2B5EF4-FFF2-40B4-BE49-F238E27FC236}">
                <a16:creationId xmlns:a16="http://schemas.microsoft.com/office/drawing/2014/main" id="{4AD7452B-E007-4636-AE58-F1BF2E0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오늘 동네 카페에 갈 계획입니다.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44310-2921-4273-8A3C-12E930A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5-option-2">
            <a:extLst xmlns:a="http://schemas.openxmlformats.org/drawingml/2006/main">
              <a:ext uri="{FF2B5EF4-FFF2-40B4-BE49-F238E27FC236}">
                <a16:creationId xmlns:a16="http://schemas.microsoft.com/office/drawing/2014/main" id="{CAC67BEE-E1A3-4F61-8FE7-D8945F9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동네 카페는 커피가 맛이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2E5B4-0385-4C58-95E1-CC9D7D50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5-option-3">
            <a:extLst xmlns:a="http://schemas.openxmlformats.org/drawingml/2006/main">
              <a:ext uri="{FF2B5EF4-FFF2-40B4-BE49-F238E27FC236}">
                <a16:creationId xmlns:a16="http://schemas.microsoft.com/office/drawing/2014/main" id="{856EF640-D21E-4D09-B42A-2B31FB4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오늘 카페에서 친구를 만날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E4AC1-E34F-4604-88E2-E8476E5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5-option-4">
            <a:extLst xmlns:a="http://schemas.openxmlformats.org/drawingml/2006/main">
              <a:ext uri="{FF2B5EF4-FFF2-40B4-BE49-F238E27FC236}">
                <a16:creationId xmlns:a16="http://schemas.microsoft.com/office/drawing/2014/main" id="{32D798CE-DEBB-474A-809A-B58D9BD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우리 동네 카페는 가격이 너무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6382FE4-75C2-480F-A54D-DA3D944D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1BD5802-A789-4B3E-8CBD-692EB33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57590648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D25AF-A66A-46E2-89A3-35C1D26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1-number">
            <a:extLst xmlns:a="http://schemas.openxmlformats.org/drawingml/2006/main">
              <a:ext uri="{FF2B5EF4-FFF2-40B4-BE49-F238E27FC236}">
                <a16:creationId xmlns:a16="http://schemas.microsoft.com/office/drawing/2014/main" id="{C4DF83EA-7C48-4A14-969E-6D5993B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3_l1-category">
            <a:extLst xmlns:a="http://schemas.openxmlformats.org/drawingml/2006/main">
              <a:ext uri="{FF2B5EF4-FFF2-40B4-BE49-F238E27FC236}">
                <a16:creationId xmlns:a16="http://schemas.microsoft.com/office/drawing/2014/main" id="{F9F3BAA8-FCF0-41F9-A309-FD9F7E1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1-text">
            <a:extLst xmlns:a="http://schemas.openxmlformats.org/drawingml/2006/main">
              <a:ext uri="{FF2B5EF4-FFF2-40B4-BE49-F238E27FC236}">
                <a16:creationId xmlns:a16="http://schemas.microsoft.com/office/drawing/2014/main" id="{CAFDD70A-AA4F-450E-BF97-71ED3AC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3AA8D-ED9C-4577-9C4D-67B5551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1-option-1">
            <a:extLst xmlns:a="http://schemas.openxmlformats.org/drawingml/2006/main">
              <a:ext uri="{FF2B5EF4-FFF2-40B4-BE49-F238E27FC236}">
                <a16:creationId xmlns:a16="http://schemas.microsoft.com/office/drawing/2014/main" id="{69E2F1B3-870F-4A73-8208-E6040C9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주말에 날씨가 아주 좋았어요.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573DA-3F38-4BDA-8B7D-62C12308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1-option-2">
            <a:extLst xmlns:a="http://schemas.openxmlformats.org/drawingml/2006/main">
              <a:ext uri="{FF2B5EF4-FFF2-40B4-BE49-F238E27FC236}">
                <a16:creationId xmlns:a16="http://schemas.microsoft.com/office/drawing/2014/main" id="{B85845E3-52BC-4E77-AD7B-EFA419A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집에서 재미있는 책을 읽을 거예요.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BB144-9B01-4C1F-9048-C1820A6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1-option-3">
            <a:extLst xmlns:a="http://schemas.openxmlformats.org/drawingml/2006/main">
              <a:ext uri="{FF2B5EF4-FFF2-40B4-BE49-F238E27FC236}">
                <a16:creationId xmlns:a16="http://schemas.microsoft.com/office/drawing/2014/main" id="{95B022F2-E5D6-452D-9A94-D005AF31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지난주에 친구를 만나 영화를 봤어요.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46E88-E3F2-4E3F-BB0D-D3AD107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1-option-4">
            <a:extLst xmlns:a="http://schemas.openxmlformats.org/drawingml/2006/main">
              <a:ext uri="{FF2B5EF4-FFF2-40B4-BE49-F238E27FC236}">
                <a16:creationId xmlns:a16="http://schemas.microsoft.com/office/drawing/2014/main" id="{17FCC6BA-0469-47B7-BEF7-D9EA12EB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영화관이 우리 집에서 아주 멀어요.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0EAFE17-5BFC-4AD8-A315-7D168C8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010956-730D-48AE-97E8-A7D0154D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4258865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1158-832A-4C8C-82BD-F186E79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2-number">
            <a:extLst xmlns:a="http://schemas.openxmlformats.org/drawingml/2006/main">
              <a:ext uri="{FF2B5EF4-FFF2-40B4-BE49-F238E27FC236}">
                <a16:creationId xmlns:a16="http://schemas.microsoft.com/office/drawing/2014/main" id="{553610B9-4A5A-4A93-9BA4-E5DBE95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3_l2-category">
            <a:extLst xmlns:a="http://schemas.openxmlformats.org/drawingml/2006/main">
              <a:ext uri="{FF2B5EF4-FFF2-40B4-BE49-F238E27FC236}">
                <a16:creationId xmlns:a16="http://schemas.microsoft.com/office/drawing/2014/main" id="{99CABB96-57E6-4C6F-A35E-4157BBC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2-text">
            <a:extLst xmlns:a="http://schemas.openxmlformats.org/drawingml/2006/main">
              <a:ext uri="{FF2B5EF4-FFF2-40B4-BE49-F238E27FC236}">
                <a16:creationId xmlns:a16="http://schemas.microsoft.com/office/drawing/2014/main" id="{341CD768-686D-4E82-A8C4-32A38D33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대화가 끝난 후 두 사람이 할 행동으로 가장 알맞은 것을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dfe90724a4494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45FC0-B52C-4360-8ABC-AC428BF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l2-option-1">
            <a:extLst xmlns:a="http://schemas.openxmlformats.org/drawingml/2006/main">
              <a:ext uri="{FF2B5EF4-FFF2-40B4-BE49-F238E27FC236}">
                <a16:creationId xmlns:a16="http://schemas.microsoft.com/office/drawing/2014/main" id="{75D021C4-4233-4283-ACB6-13C50E1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편의점에 우산을 사러 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93A0E-E3E5-4583-B59B-2ADA334D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l2-option-2">
            <a:extLst xmlns:a="http://schemas.openxmlformats.org/drawingml/2006/main">
              <a:ext uri="{FF2B5EF4-FFF2-40B4-BE49-F238E27FC236}">
                <a16:creationId xmlns:a16="http://schemas.microsoft.com/office/drawing/2014/main" id="{57E8FE85-6EF1-4984-B217-2C316A1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공원에 가서 운동을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26847-09B4-4345-925C-8D76E2B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l2-option-3">
            <a:extLst xmlns:a="http://schemas.openxmlformats.org/drawingml/2006/main">
              <a:ext uri="{FF2B5EF4-FFF2-40B4-BE49-F238E27FC236}">
                <a16:creationId xmlns:a16="http://schemas.microsoft.com/office/drawing/2014/main" id="{B422AFF9-DC34-4883-90E0-40A46028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도서관에서 책을 빌립니다.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34326-717A-427F-BE77-C84A0FF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l2-option-4">
            <a:extLst xmlns:a="http://schemas.openxmlformats.org/drawingml/2006/main">
              <a:ext uri="{FF2B5EF4-FFF2-40B4-BE49-F238E27FC236}">
                <a16:creationId xmlns:a16="http://schemas.microsoft.com/office/drawing/2014/main" id="{9B1B95E5-E37A-4ADF-856C-F58BD6B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친구에게 우산을 빌려줍니다.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E91814-987C-44A5-80CA-10A9D30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7338130-225B-4DF1-AEF4-E76A3B7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7/13</a:t>
            </a:r>
          </a:p>
        </p:txBody>
      </p:sp>
    </p:spTree>
    <p:extLst>
      <p:ext uri="{BB962C8B-B14F-4D97-AF65-F5344CB8AC3E}">
        <p14:creationId xmlns:p14="http://schemas.microsoft.com/office/powerpoint/2010/main" val="5717609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7F0B1-7B78-4676-96AB-2F529E7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3-number">
            <a:extLst xmlns:a="http://schemas.openxmlformats.org/drawingml/2006/main">
              <a:ext uri="{FF2B5EF4-FFF2-40B4-BE49-F238E27FC236}">
                <a16:creationId xmlns:a16="http://schemas.microsoft.com/office/drawing/2014/main" id="{861ADEE0-3A53-4E40-892D-71B5575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3_l3-category">
            <a:extLst xmlns:a="http://schemas.openxmlformats.org/drawingml/2006/main">
              <a:ext uri="{FF2B5EF4-FFF2-40B4-BE49-F238E27FC236}">
                <a16:creationId xmlns:a16="http://schemas.microsoft.com/office/drawing/2014/main" id="{4E8F17A1-B6BB-49B3-87EB-506F0C8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3-text">
            <a:extLst xmlns:a="http://schemas.openxmlformats.org/drawingml/2006/main">
              <a:ext uri="{FF2B5EF4-FFF2-40B4-BE49-F238E27FC236}">
                <a16:creationId xmlns:a16="http://schemas.microsoft.com/office/drawing/2014/main" id="{01A28486-72BB-4D81-A8B4-5A47F56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60A5-50DA-47FD-A314-5561463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3-option-1">
            <a:extLst xmlns:a="http://schemas.openxmlformats.org/drawingml/2006/main">
              <a:ext uri="{FF2B5EF4-FFF2-40B4-BE49-F238E27FC236}">
                <a16:creationId xmlns:a16="http://schemas.microsoft.com/office/drawing/2014/main" id="{FB47893E-CC13-416D-9824-275EDF0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좋아요. 아침 여덟 시에 입구에서 만나요.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A425-CD06-490F-9B07-09E0446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3-option-2">
            <a:extLst xmlns:a="http://schemas.openxmlformats.org/drawingml/2006/main">
              <a:ext uri="{FF2B5EF4-FFF2-40B4-BE49-F238E27FC236}">
                <a16:creationId xmlns:a16="http://schemas.microsoft.com/office/drawing/2014/main" id="{189B48D1-C7F3-4211-98FB-93AF5B8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도서관에 책이 아주 많이 꽂혀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73BF0-B741-4316-AA66-D19990F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3-option-3">
            <a:extLst xmlns:a="http://schemas.openxmlformats.org/drawingml/2006/main">
              <a:ext uri="{FF2B5EF4-FFF2-40B4-BE49-F238E27FC236}">
                <a16:creationId xmlns:a16="http://schemas.microsoft.com/office/drawing/2014/main" id="{8F309AA5-9DB1-4C18-A9F8-4B4EADB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도서관은 우리 집에서 무척 멀어요.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8437B-620A-4867-915A-4EA6A221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3-option-4">
            <a:extLst xmlns:a="http://schemas.openxmlformats.org/drawingml/2006/main">
              <a:ext uri="{FF2B5EF4-FFF2-40B4-BE49-F238E27FC236}">
                <a16:creationId xmlns:a16="http://schemas.microsoft.com/office/drawing/2014/main" id="{966BA19B-D88E-4F7B-BED8-CE78C7D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오늘 그 소설책을 다 읽었습니다.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163ABD7-76AB-4E8F-8606-BA959251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FCB8A6-0F74-4FCD-A6F5-CAFA2EF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21123878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87267-7845-4F3F-8B25-DD4B2AF7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4-number">
            <a:extLst xmlns:a="http://schemas.openxmlformats.org/drawingml/2006/main">
              <a:ext uri="{FF2B5EF4-FFF2-40B4-BE49-F238E27FC236}">
                <a16:creationId xmlns:a16="http://schemas.microsoft.com/office/drawing/2014/main" id="{0C7F38A4-40D9-4CF4-9AE0-B7FDC09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3_l4-category">
            <a:extLst xmlns:a="http://schemas.openxmlformats.org/drawingml/2006/main">
              <a:ext uri="{FF2B5EF4-FFF2-40B4-BE49-F238E27FC236}">
                <a16:creationId xmlns:a16="http://schemas.microsoft.com/office/drawing/2014/main" id="{52B8D80F-925E-4831-B4BD-EDE25D5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4-text">
            <a:extLst xmlns:a="http://schemas.openxmlformats.org/drawingml/2006/main">
              <a:ext uri="{FF2B5EF4-FFF2-40B4-BE49-F238E27FC236}">
                <a16:creationId xmlns:a16="http://schemas.microsoft.com/office/drawing/2014/main" id="{AD648A63-7257-48FA-B0BC-95E0BB4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1B54E-D578-4BD5-8C1A-B246207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4-option-1">
            <a:extLst xmlns:a="http://schemas.openxmlformats.org/drawingml/2006/main">
              <a:ext uri="{FF2B5EF4-FFF2-40B4-BE49-F238E27FC236}">
                <a16:creationId xmlns:a16="http://schemas.microsoft.com/office/drawing/2014/main" id="{EA5179BA-EAD3-4AA8-B580-F977FA1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병원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A1EAD-D053-41C1-AA09-8DE862EF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4-option-2">
            <a:extLst xmlns:a="http://schemas.openxmlformats.org/drawingml/2006/main">
              <a:ext uri="{FF2B5EF4-FFF2-40B4-BE49-F238E27FC236}">
                <a16:creationId xmlns:a16="http://schemas.microsoft.com/office/drawing/2014/main" id="{AECE6D00-92B6-4125-8971-9A89390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3C237-4B3C-4672-81E4-C00D239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4-option-3">
            <a:extLst xmlns:a="http://schemas.openxmlformats.org/drawingml/2006/main">
              <a:ext uri="{FF2B5EF4-FFF2-40B4-BE49-F238E27FC236}">
                <a16:creationId xmlns:a16="http://schemas.microsoft.com/office/drawing/2014/main" id="{5C5C3845-785D-4A87-8400-7F00586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기차 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A1E4D-5EAC-45EA-9B80-F872D70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4-option-4">
            <a:extLst xmlns:a="http://schemas.openxmlformats.org/drawingml/2006/main">
              <a:ext uri="{FF2B5EF4-FFF2-40B4-BE49-F238E27FC236}">
                <a16:creationId xmlns:a16="http://schemas.microsoft.com/office/drawing/2014/main" id="{1D24B983-758B-49E7-8B98-06E9FFE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서점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5BA2E5D-8BA3-4B00-85E2-ADBFF20D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B096E8-8781-4CB4-A145-50B724E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9/13</a:t>
            </a:r>
          </a:p>
        </p:txBody>
      </p:sp>
    </p:spTree>
    <p:extLst>
      <p:ext uri="{BB962C8B-B14F-4D97-AF65-F5344CB8AC3E}">
        <p14:creationId xmlns:p14="http://schemas.microsoft.com/office/powerpoint/2010/main" val="74776078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33C8B-6E56-4B26-83FF-6F906ED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5-number">
            <a:extLst xmlns:a="http://schemas.openxmlformats.org/drawingml/2006/main">
              <a:ext uri="{FF2B5EF4-FFF2-40B4-BE49-F238E27FC236}">
                <a16:creationId xmlns:a16="http://schemas.microsoft.com/office/drawing/2014/main" id="{27CB484F-6F06-41BA-9AA2-B76B191F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3_l5-category">
            <a:extLst xmlns:a="http://schemas.openxmlformats.org/drawingml/2006/main">
              <a:ext uri="{FF2B5EF4-FFF2-40B4-BE49-F238E27FC236}">
                <a16:creationId xmlns:a16="http://schemas.microsoft.com/office/drawing/2014/main" id="{3B219DEB-399F-49B0-9906-E83D4E1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5-text">
            <a:extLst xmlns:a="http://schemas.openxmlformats.org/drawingml/2006/main">
              <a:ext uri="{FF2B5EF4-FFF2-40B4-BE49-F238E27FC236}">
                <a16:creationId xmlns:a16="http://schemas.microsoft.com/office/drawing/2014/main" id="{C4A2501F-0A9A-48BE-A6F0-18FBF52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CF9DD-3515-4E43-BE5B-FC63D7C9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5-option-1">
            <a:extLst xmlns:a="http://schemas.openxmlformats.org/drawingml/2006/main">
              <a:ext uri="{FF2B5EF4-FFF2-40B4-BE49-F238E27FC236}">
                <a16:creationId xmlns:a16="http://schemas.microsoft.com/office/drawing/2014/main" id="{3B9BF900-2C97-422A-96AD-98D69C9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두 사람은 내일 등산을 강행할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DC484-B41F-4C09-BD24-45A3CB7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5-option-2">
            <a:extLst xmlns:a="http://schemas.openxmlformats.org/drawingml/2006/main">
              <a:ext uri="{FF2B5EF4-FFF2-40B4-BE49-F238E27FC236}">
                <a16:creationId xmlns:a16="http://schemas.microsoft.com/office/drawing/2014/main" id="{C230DA14-AD88-4E2E-B72C-06DF86D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비가 오면 미술관에 가기로 약속을 변경합니다.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E420-CA8A-4627-A408-EB0FC404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5-option-3">
            <a:extLst xmlns:a="http://schemas.openxmlformats.org/drawingml/2006/main">
              <a:ext uri="{FF2B5EF4-FFF2-40B4-BE49-F238E27FC236}">
                <a16:creationId xmlns:a16="http://schemas.microsoft.com/office/drawing/2014/main" id="{DBB0AEE5-A047-465A-A779-4D7D6B4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두 사람은 내일 도서관에서 만나기로 약속했습니다.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A867C-42BC-4A68-94B5-5E21BC2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5-option-4">
            <a:extLst xmlns:a="http://schemas.openxmlformats.org/drawingml/2006/main">
              <a:ext uri="{FF2B5EF4-FFF2-40B4-BE49-F238E27FC236}">
                <a16:creationId xmlns:a16="http://schemas.microsoft.com/office/drawing/2014/main" id="{5C930F70-0433-4885-84DD-2ABE92E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남자는 내일 비가 오지 않기를 간절히 바라고 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565530E-BAD4-45D4-866F-40852FD7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00DD78-3A3C-4958-893E-DE88BC4E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81094377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7A874-EDBC-48B6-86AB-1933949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6-number">
            <a:extLst xmlns:a="http://schemas.openxmlformats.org/drawingml/2006/main">
              <a:ext uri="{FF2B5EF4-FFF2-40B4-BE49-F238E27FC236}">
                <a16:creationId xmlns:a16="http://schemas.microsoft.com/office/drawing/2014/main" id="{9BAC9A37-9A9B-4D40-9375-F575154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3_r6-category">
            <a:extLst xmlns:a="http://schemas.openxmlformats.org/drawingml/2006/main">
              <a:ext uri="{FF2B5EF4-FFF2-40B4-BE49-F238E27FC236}">
                <a16:creationId xmlns:a16="http://schemas.microsoft.com/office/drawing/2014/main" id="{6C530A58-690D-4C4C-BE81-EE7FFB5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3_r6-text">
            <a:extLst xmlns:a="http://schemas.openxmlformats.org/drawingml/2006/main">
              <a:ext uri="{FF2B5EF4-FFF2-40B4-BE49-F238E27FC236}">
                <a16:creationId xmlns:a16="http://schemas.microsoft.com/office/drawing/2014/main" id="{37CD0099-F9BF-4001-901E-ED8ABDB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일정표의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CA6C7-9878-4003-92F4-2D126D6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6-passage">
            <a:extLst xmlns:a="http://schemas.openxmlformats.org/drawingml/2006/main">
              <a:ext uri="{FF2B5EF4-FFF2-40B4-BE49-F238E27FC236}">
                <a16:creationId xmlns:a16="http://schemas.microsoft.com/office/drawing/2014/main" id="{FE82500B-7F86-4331-9C54-932AEF3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[토요일 계획]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오전 10시: 병원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1시: 점심 약속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4시: 도서관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A5AE-F256-46AB-AF97-2EA4F2B3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6-option-1">
            <a:extLst xmlns:a="http://schemas.openxmlformats.org/drawingml/2006/main">
              <a:ext uri="{FF2B5EF4-FFF2-40B4-BE49-F238E27FC236}">
                <a16:creationId xmlns:a16="http://schemas.microsoft.com/office/drawing/2014/main" id="{6ECC2D25-9F4C-481F-AD89-FE6C879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아침에 도서관에 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1857D-523F-4C13-8E5F-1858C1A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6-option-2">
            <a:extLst xmlns:a="http://schemas.openxmlformats.org/drawingml/2006/main">
              <a:ext uri="{FF2B5EF4-FFF2-40B4-BE49-F238E27FC236}">
                <a16:creationId xmlns:a16="http://schemas.microsoft.com/office/drawing/2014/main" id="{E9E8F168-B4FA-498D-ADD9-4854D2F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점심을 먹은 후 병원에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71B04-1797-4105-BE98-4F9087F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6-option-3">
            <a:extLst xmlns:a="http://schemas.openxmlformats.org/drawingml/2006/main">
              <a:ext uri="{FF2B5EF4-FFF2-40B4-BE49-F238E27FC236}">
                <a16:creationId xmlns:a16="http://schemas.microsoft.com/office/drawing/2014/main" id="{B5B073E5-D387-4E10-9FCC-85E9EAD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오후 네 시에 도서관에 갑니다.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30F78-5D6B-4452-984F-FE85C8D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6-option-4">
            <a:extLst xmlns:a="http://schemas.openxmlformats.org/drawingml/2006/main">
              <a:ext uri="{FF2B5EF4-FFF2-40B4-BE49-F238E27FC236}">
                <a16:creationId xmlns:a16="http://schemas.microsoft.com/office/drawing/2014/main" id="{C55A2653-BB88-4B1F-BC39-4C23B555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토요일에는 약속이 없습니다.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F60B49-C5DD-4E8E-9869-87A8F94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5864C20-CCF8-4CD9-BA04-2C744054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3584160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901B7-D912-45EE-A581-BC647DFB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6-number">
            <a:extLst xmlns:a="http://schemas.openxmlformats.org/drawingml/2006/main">
              <a:ext uri="{FF2B5EF4-FFF2-40B4-BE49-F238E27FC236}">
                <a16:creationId xmlns:a16="http://schemas.microsoft.com/office/drawing/2014/main" id="{BFF89FE2-BB6B-4034-A31D-E9B4FB14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3_l6-category">
            <a:extLst xmlns:a="http://schemas.openxmlformats.org/drawingml/2006/main">
              <a:ext uri="{FF2B5EF4-FFF2-40B4-BE49-F238E27FC236}">
                <a16:creationId xmlns:a16="http://schemas.microsoft.com/office/drawing/2014/main" id="{FE8F1D1D-2501-4EB5-960E-9896BA3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6-text">
            <a:extLst xmlns:a="http://schemas.openxmlformats.org/drawingml/2006/main">
              <a:ext uri="{FF2B5EF4-FFF2-40B4-BE49-F238E27FC236}">
                <a16:creationId xmlns:a16="http://schemas.microsoft.com/office/drawing/2014/main" id="{23539D50-5E66-4D03-A8FE-8A714B7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남자의 내일 계획을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68F5A-DCBC-4806-8940-4628CFC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6-option-1">
            <a:extLst xmlns:a="http://schemas.openxmlformats.org/drawingml/2006/main">
              <a:ext uri="{FF2B5EF4-FFF2-40B4-BE49-F238E27FC236}">
                <a16:creationId xmlns:a16="http://schemas.microsoft.com/office/drawing/2014/main" id="{535288DB-A3D1-447E-9EE3-382C1BE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회사에서 야근합니다.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3920F-407D-4E37-AD28-80D1CF2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6-option-2">
            <a:extLst xmlns:a="http://schemas.openxmlformats.org/drawingml/2006/main">
              <a:ext uri="{FF2B5EF4-FFF2-40B4-BE49-F238E27FC236}">
                <a16:creationId xmlns:a16="http://schemas.microsoft.com/office/drawing/2014/main" id="{17335609-FB16-44A1-8CBB-A80560F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친구와 저녁을 먹습니다.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7B4A-DE66-443C-A6CF-4ADB70E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6-option-3">
            <a:extLst xmlns:a="http://schemas.openxmlformats.org/drawingml/2006/main">
              <a:ext uri="{FF2B5EF4-FFF2-40B4-BE49-F238E27FC236}">
                <a16:creationId xmlns:a16="http://schemas.microsoft.com/office/drawing/2014/main" id="{D034E83A-7E21-4914-93AE-B089043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집에서 혼자 쉽니다.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98EEA-80B6-4D89-A720-015BC88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6-option-4">
            <a:extLst xmlns:a="http://schemas.openxmlformats.org/drawingml/2006/main">
              <a:ext uri="{FF2B5EF4-FFF2-40B4-BE49-F238E27FC236}">
                <a16:creationId xmlns:a16="http://schemas.microsoft.com/office/drawing/2014/main" id="{A45EB183-F79A-47C7-997A-3A371B5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친구에게 책을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8ED759C-CED8-4AA6-B98C-CF112D1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0E985F2-7FAA-48BB-A635-E7C0AC19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1599005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19AE-4AC0-433F-9711-45B9B1C9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7-number">
            <a:extLst xmlns:a="http://schemas.openxmlformats.org/drawingml/2006/main">
              <a:ext uri="{FF2B5EF4-FFF2-40B4-BE49-F238E27FC236}">
                <a16:creationId xmlns:a16="http://schemas.microsoft.com/office/drawing/2014/main" id="{471F8C33-9183-4349-B3A6-A5BFBDE6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3_l7-category">
            <a:extLst xmlns:a="http://schemas.openxmlformats.org/drawingml/2006/main">
              <a:ext uri="{FF2B5EF4-FFF2-40B4-BE49-F238E27FC236}">
                <a16:creationId xmlns:a16="http://schemas.microsoft.com/office/drawing/2014/main" id="{9989BE89-A9ED-4703-AD22-F228152A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7-text">
            <a:extLst xmlns:a="http://schemas.openxmlformats.org/drawingml/2006/main">
              <a:ext uri="{FF2B5EF4-FFF2-40B4-BE49-F238E27FC236}">
                <a16:creationId xmlns:a16="http://schemas.microsoft.com/office/drawing/2014/main" id="{CFD375E9-B298-4C25-AFC9-9E86C1A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약속을 바꾼 이유를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19F8-1184-4373-B54C-3E3BCD0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7-option-1">
            <a:extLst xmlns:a="http://schemas.openxmlformats.org/drawingml/2006/main">
              <a:ext uri="{FF2B5EF4-FFF2-40B4-BE49-F238E27FC236}">
                <a16:creationId xmlns:a16="http://schemas.microsoft.com/office/drawing/2014/main" id="{2F22F796-AC40-49B2-9917-9A2A88F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여자가 아파서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4632-C9E6-4FFB-B07C-B661BCF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7-option-2">
            <a:extLst xmlns:a="http://schemas.openxmlformats.org/drawingml/2006/main">
              <a:ext uri="{FF2B5EF4-FFF2-40B4-BE49-F238E27FC236}">
                <a16:creationId xmlns:a16="http://schemas.microsoft.com/office/drawing/2014/main" id="{FDAC1987-845B-427F-84F3-F2836EB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공원이 문을 닫아서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92CB-2696-4D96-B32D-404F966D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7-option-3">
            <a:extLst xmlns:a="http://schemas.openxmlformats.org/drawingml/2006/main">
              <a:ext uri="{FF2B5EF4-FFF2-40B4-BE49-F238E27FC236}">
                <a16:creationId xmlns:a16="http://schemas.microsoft.com/office/drawing/2014/main" id="{4B415149-32CD-4E95-83DB-D5062F6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오전에 비가 와서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CD0C1-6F64-4A08-9830-D86767CD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7-option-4">
            <a:extLst xmlns:a="http://schemas.openxmlformats.org/drawingml/2006/main">
              <a:ext uri="{FF2B5EF4-FFF2-40B4-BE49-F238E27FC236}">
                <a16:creationId xmlns:a16="http://schemas.microsoft.com/office/drawing/2014/main" id="{64426E72-A2D4-4350-9140-F76A958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남자가 바빠서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705E3B5-8495-49A2-A436-A0C85E7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B6828D-5743-4771-8EF6-CD3705A4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515490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2026-08-13T09:33:36.2200000Z</dcterms:created>
  <dcterms:modified xsi:type="dcterms:W3CDTF">2026-08-13T09:33:36.2200000Z</dcterms:modified>
</coreProperties>
</file>